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Masters/slideMaster6.xml" ContentType="application/vnd.openxmlformats-officedocument.presentationml.slideMaster+xml"/>
  <Override PartName="/ppt/slideMasters/theme/theme7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8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slides/charts/chart1.xml" ContentType="application/vnd.openxmlformats-officedocument.drawingml.chart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slides/charts/chart2.xml" ContentType="application/vnd.openxmlformats-officedocument.drawingml.chart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slides/charts/chart3.xml" ContentType="application/vnd.openxmlformats-officedocument.drawingml.chart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slides/charts/chart4.xml" ContentType="application/vnd.openxmlformats-officedocument.drawingml.chart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slides/charts/chart5.xml" ContentType="application/vnd.openxmlformats-officedocument.drawingml.chart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slides/charts/chart6.xml" ContentType="application/vnd.openxmlformats-officedocument.drawingml.chart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e7858bc8884910" /><Relationship Type="http://schemas.openxmlformats.org/officeDocument/2006/relationships/extended-properties" Target="/docProps/app.xml" Id="R8d55200ae3e54a68" /><Relationship Type="http://schemas.openxmlformats.org/officeDocument/2006/relationships/officeDocument" Target="/ppt/presentation.xml" Id="R9ed0458485a64d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0b3bd5830647da"/>
    <p:sldMasterId xmlns:r="http://schemas.openxmlformats.org/officeDocument/2006/relationships" id="2147483650" r:id="R47800cfdf9354283"/>
    <p:sldMasterId xmlns:r="http://schemas.openxmlformats.org/officeDocument/2006/relationships" id="2147483655" r:id="R62eb6b191dbc456f"/>
    <p:sldMasterId xmlns:r="http://schemas.openxmlformats.org/officeDocument/2006/relationships" id="2147483660" r:id="Ra77469b028474984"/>
    <p:sldMasterId xmlns:r="http://schemas.openxmlformats.org/officeDocument/2006/relationships" id="2147483676" r:id="Rdfbaa21630324db0"/>
    <p:sldMasterId xmlns:r="http://schemas.openxmlformats.org/officeDocument/2006/relationships" id="2147483679" r:id="R8e517ec7873141f7"/>
  </p:sldMasterIdLst>
  <p:notesMasterIdLst>
    <p:notesMasterId xmlns:r="http://schemas.openxmlformats.org/officeDocument/2006/relationships" r:id="Rbd43c099f6084ead"/>
  </p:notesMasterIdLst>
  <p:sldIdLst>
    <p:sldId xmlns:r="http://schemas.openxmlformats.org/officeDocument/2006/relationships" id="256" r:id="R6f93b9abf50f4852"/>
    <p:sldId xmlns:r="http://schemas.openxmlformats.org/officeDocument/2006/relationships" id="257" r:id="R79d4dac9c44347db"/>
    <p:sldId xmlns:r="http://schemas.openxmlformats.org/officeDocument/2006/relationships" id="258" r:id="Rc6b113ec730a4c9a"/>
    <p:sldId xmlns:r="http://schemas.openxmlformats.org/officeDocument/2006/relationships" id="259" r:id="R442522f3ab544b84"/>
    <p:sldId xmlns:r="http://schemas.openxmlformats.org/officeDocument/2006/relationships" id="260" r:id="Re8bd7105f4714e97"/>
    <p:sldId xmlns:r="http://schemas.openxmlformats.org/officeDocument/2006/relationships" id="261" r:id="Rdbcae3d2fe184b62"/>
    <p:sldId xmlns:r="http://schemas.openxmlformats.org/officeDocument/2006/relationships" id="262" r:id="R242c4a450b38482f"/>
    <p:sldId xmlns:r="http://schemas.openxmlformats.org/officeDocument/2006/relationships" id="263" r:id="R90037b315c804f6e"/>
    <p:sldId xmlns:r="http://schemas.openxmlformats.org/officeDocument/2006/relationships" id="264" r:id="R505cf2e7eb6a45cd"/>
    <p:sldId xmlns:r="http://schemas.openxmlformats.org/officeDocument/2006/relationships" id="265" r:id="R802eb69e268e471d"/>
    <p:sldId xmlns:r="http://schemas.openxmlformats.org/officeDocument/2006/relationships" id="266" r:id="R7ca3b714f3d44426"/>
    <p:sldId xmlns:r="http://schemas.openxmlformats.org/officeDocument/2006/relationships" id="267" r:id="R7fe1351947ab48cd"/>
    <p:sldId xmlns:r="http://schemas.openxmlformats.org/officeDocument/2006/relationships" id="268" r:id="Rac9d971a3d2246f7"/>
    <p:sldId xmlns:r="http://schemas.openxmlformats.org/officeDocument/2006/relationships" id="269" r:id="R7dd8d5086eb14a08"/>
    <p:sldId xmlns:r="http://schemas.openxmlformats.org/officeDocument/2006/relationships" id="270" r:id="R6217c0b621ea4c82"/>
    <p:sldId xmlns:r="http://schemas.openxmlformats.org/officeDocument/2006/relationships" id="271" r:id="Rbbbce38e993c4aaa"/>
    <p:sldId xmlns:r="http://schemas.openxmlformats.org/officeDocument/2006/relationships" id="272" r:id="R9970ed123320434b"/>
    <p:sldId xmlns:r="http://schemas.openxmlformats.org/officeDocument/2006/relationships" id="273" r:id="R2d1978b248ee4bf6"/>
    <p:sldId xmlns:r="http://schemas.openxmlformats.org/officeDocument/2006/relationships" id="274" r:id="Re3c25cb3bd924765"/>
    <p:sldId xmlns:r="http://schemas.openxmlformats.org/officeDocument/2006/relationships" id="275" r:id="R6b41ab82f90c431f"/>
    <p:sldId xmlns:r="http://schemas.openxmlformats.org/officeDocument/2006/relationships" id="276" r:id="R5dcf41a1ebdf47e3"/>
    <p:sldId xmlns:r="http://schemas.openxmlformats.org/officeDocument/2006/relationships" id="277" r:id="R720acf0d4b514c05"/>
    <p:sldId xmlns:r="http://schemas.openxmlformats.org/officeDocument/2006/relationships" id="278" r:id="R951604610b2843af"/>
    <p:sldId xmlns:r="http://schemas.openxmlformats.org/officeDocument/2006/relationships" id="279" r:id="R08bf04b478034591"/>
    <p:sldId xmlns:r="http://schemas.openxmlformats.org/officeDocument/2006/relationships" id="280" r:id="R4a4a70798acb4a7a"/>
    <p:sldId xmlns:r="http://schemas.openxmlformats.org/officeDocument/2006/relationships" id="281" r:id="R29bdf5c9508045fd"/>
    <p:sldId xmlns:r="http://schemas.openxmlformats.org/officeDocument/2006/relationships" id="282" r:id="Re4639a93a0024213"/>
    <p:sldId xmlns:r="http://schemas.openxmlformats.org/officeDocument/2006/relationships" id="283" r:id="R9b9a1c4e23c84679"/>
    <p:sldId xmlns:r="http://schemas.openxmlformats.org/officeDocument/2006/relationships" id="284" r:id="Rb8e84f83889749cb"/>
    <p:sldId xmlns:r="http://schemas.openxmlformats.org/officeDocument/2006/relationships" id="285" r:id="Re1856d1b3ce24668"/>
    <p:sldId xmlns:r="http://schemas.openxmlformats.org/officeDocument/2006/relationships" id="286" r:id="R2bf0fb5ca8c540a9"/>
    <p:sldId xmlns:r="http://schemas.openxmlformats.org/officeDocument/2006/relationships" id="287" r:id="R6855cb2bba004f4c"/>
    <p:sldId xmlns:r="http://schemas.openxmlformats.org/officeDocument/2006/relationships" id="288" r:id="Rdfe2984766bb4d26"/>
    <p:sldId xmlns:r="http://schemas.openxmlformats.org/officeDocument/2006/relationships" id="289" r:id="Rebd2fc9f2ee34863"/>
    <p:sldId xmlns:r="http://schemas.openxmlformats.org/officeDocument/2006/relationships" id="290" r:id="R00893f55b0c740df"/>
    <p:sldId xmlns:r="http://schemas.openxmlformats.org/officeDocument/2006/relationships" id="291" r:id="R01a6dc1048254b28"/>
    <p:sldId xmlns:r="http://schemas.openxmlformats.org/officeDocument/2006/relationships" id="292" r:id="R232286ca2b3b4eea"/>
    <p:sldId xmlns:r="http://schemas.openxmlformats.org/officeDocument/2006/relationships" id="293" r:id="Rf5fe4a3638c347fe"/>
    <p:sldId xmlns:r="http://schemas.openxmlformats.org/officeDocument/2006/relationships" id="294" r:id="R7b3087821ea14917"/>
    <p:sldId xmlns:r="http://schemas.openxmlformats.org/officeDocument/2006/relationships" id="295" r:id="R9add4c7a5f0d4c8a"/>
    <p:sldId xmlns:r="http://schemas.openxmlformats.org/officeDocument/2006/relationships" id="296" r:id="Rafa17c87eb7a4a62"/>
    <p:sldId xmlns:r="http://schemas.openxmlformats.org/officeDocument/2006/relationships" id="297" r:id="Rd16965de345f486d"/>
    <p:sldId xmlns:r="http://schemas.openxmlformats.org/officeDocument/2006/relationships" id="298" r:id="R742830e347064e48"/>
    <p:sldId xmlns:r="http://schemas.openxmlformats.org/officeDocument/2006/relationships" id="299" r:id="Re6e82ded2b064d9e"/>
    <p:sldId xmlns:r="http://schemas.openxmlformats.org/officeDocument/2006/relationships" id="300" r:id="R2671d9a955f54d25"/>
    <p:sldId xmlns:r="http://schemas.openxmlformats.org/officeDocument/2006/relationships" id="301" r:id="R3166c3db29f545ea"/>
    <p:sldId xmlns:r="http://schemas.openxmlformats.org/officeDocument/2006/relationships" id="302" r:id="R09b9d85ea87c4047"/>
    <p:sldId xmlns:r="http://schemas.openxmlformats.org/officeDocument/2006/relationships" id="303" r:id="Rd26175dd6c864a71"/>
    <p:sldId xmlns:r="http://schemas.openxmlformats.org/officeDocument/2006/relationships" id="304" r:id="Rf72b5f12a484419e"/>
    <p:sldId xmlns:r="http://schemas.openxmlformats.org/officeDocument/2006/relationships" id="305" r:id="Rca1e2b3deeb74dd8"/>
    <p:sldId xmlns:r="http://schemas.openxmlformats.org/officeDocument/2006/relationships" id="306" r:id="R5441c4a2b8d2485e"/>
    <p:sldId xmlns:r="http://schemas.openxmlformats.org/officeDocument/2006/relationships" id="307" r:id="R062b089687484760"/>
    <p:sldId xmlns:r="http://schemas.openxmlformats.org/officeDocument/2006/relationships" id="308" r:id="R5138ea18e0e04a70"/>
    <p:sldId xmlns:r="http://schemas.openxmlformats.org/officeDocument/2006/relationships" id="309" r:id="Rb75fb26fdc04479b"/>
    <p:sldId xmlns:r="http://schemas.openxmlformats.org/officeDocument/2006/relationships" id="310" r:id="R814a968e48ba4303"/>
    <p:sldId xmlns:r="http://schemas.openxmlformats.org/officeDocument/2006/relationships" id="311" r:id="Rc63b69d3d4a849a2"/>
    <p:sldId xmlns:r="http://schemas.openxmlformats.org/officeDocument/2006/relationships" id="312" r:id="R44992cf58b8543e0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17307b48564259" /><Relationship Type="http://schemas.openxmlformats.org/officeDocument/2006/relationships/slideMaster" Target="/ppt/slideMasters/slideMaster1.xml" Id="Rf50b3bd5830647da" /><Relationship Type="http://schemas.openxmlformats.org/officeDocument/2006/relationships/slideMaster" Target="/ppt/slideMasters/slideMaster2.xml" Id="R47800cfdf9354283" /><Relationship Type="http://schemas.openxmlformats.org/officeDocument/2006/relationships/slideMaster" Target="/ppt/slideMasters/slideMaster3.xml" Id="R62eb6b191dbc456f" /><Relationship Type="http://schemas.openxmlformats.org/officeDocument/2006/relationships/slideMaster" Target="/ppt/slideMasters/slideMaster4.xml" Id="Ra77469b028474984" /><Relationship Type="http://schemas.openxmlformats.org/officeDocument/2006/relationships/slideMaster" Target="/ppt/slideMasters/slideMaster5.xml" Id="Rdfbaa21630324db0" /><Relationship Type="http://schemas.openxmlformats.org/officeDocument/2006/relationships/slideMaster" Target="/ppt/slideMasters/slideMaster6.xml" Id="R8e517ec7873141f7" /><Relationship Type="http://schemas.openxmlformats.org/officeDocument/2006/relationships/notesMaster" Target="/ppt/notesMasters/notesMaster1.xml" Id="Rbd43c099f6084ead" /><Relationship Type="http://schemas.openxmlformats.org/officeDocument/2006/relationships/presProps" Target="/ppt/presProps.xml" Id="Reb6a1ac0da6a4ed9" /><Relationship Type="http://schemas.openxmlformats.org/officeDocument/2006/relationships/tableStyles" Target="/ppt/tableStyles.xml" Id="Rf81d2c22dc314d80" /><Relationship Type="http://schemas.openxmlformats.org/officeDocument/2006/relationships/slide" Target="/ppt/slides/slide1.xml" Id="R6f93b9abf50f4852" /><Relationship Type="http://schemas.openxmlformats.org/officeDocument/2006/relationships/slide" Target="/ppt/slides/slide2.xml" Id="R79d4dac9c44347db" /><Relationship Type="http://schemas.openxmlformats.org/officeDocument/2006/relationships/slide" Target="/ppt/slides/slide3.xml" Id="Rc6b113ec730a4c9a" /><Relationship Type="http://schemas.openxmlformats.org/officeDocument/2006/relationships/slide" Target="/ppt/slides/slide4.xml" Id="R442522f3ab544b84" /><Relationship Type="http://schemas.openxmlformats.org/officeDocument/2006/relationships/slide" Target="/ppt/slides/slide5.xml" Id="Re8bd7105f4714e97" /><Relationship Type="http://schemas.openxmlformats.org/officeDocument/2006/relationships/slide" Target="/ppt/slides/slide6.xml" Id="Rdbcae3d2fe184b62" /><Relationship Type="http://schemas.openxmlformats.org/officeDocument/2006/relationships/slide" Target="/ppt/slides/slide7.xml" Id="R242c4a450b38482f" /><Relationship Type="http://schemas.openxmlformats.org/officeDocument/2006/relationships/slide" Target="/ppt/slides/slide8.xml" Id="R90037b315c804f6e" /><Relationship Type="http://schemas.openxmlformats.org/officeDocument/2006/relationships/slide" Target="/ppt/slides/slide9.xml" Id="R505cf2e7eb6a45cd" /><Relationship Type="http://schemas.openxmlformats.org/officeDocument/2006/relationships/slide" Target="/ppt/slides/slide10.xml" Id="R802eb69e268e471d" /><Relationship Type="http://schemas.openxmlformats.org/officeDocument/2006/relationships/slide" Target="/ppt/slides/slide11.xml" Id="R7ca3b714f3d44426" /><Relationship Type="http://schemas.openxmlformats.org/officeDocument/2006/relationships/slide" Target="/ppt/slides/slide12.xml" Id="R7fe1351947ab48cd" /><Relationship Type="http://schemas.openxmlformats.org/officeDocument/2006/relationships/slide" Target="/ppt/slides/slide13.xml" Id="Rac9d971a3d2246f7" /><Relationship Type="http://schemas.openxmlformats.org/officeDocument/2006/relationships/slide" Target="/ppt/slides/slide14.xml" Id="R7dd8d5086eb14a08" /><Relationship Type="http://schemas.openxmlformats.org/officeDocument/2006/relationships/slide" Target="/ppt/slides/slide15.xml" Id="R6217c0b621ea4c82" /><Relationship Type="http://schemas.openxmlformats.org/officeDocument/2006/relationships/slide" Target="/ppt/slides/slide16.xml" Id="Rbbbce38e993c4aaa" /><Relationship Type="http://schemas.openxmlformats.org/officeDocument/2006/relationships/slide" Target="/ppt/slides/slide17.xml" Id="R9970ed123320434b" /><Relationship Type="http://schemas.openxmlformats.org/officeDocument/2006/relationships/slide" Target="/ppt/slides/slide18.xml" Id="R2d1978b248ee4bf6" /><Relationship Type="http://schemas.openxmlformats.org/officeDocument/2006/relationships/slide" Target="/ppt/slides/slide19.xml" Id="Re3c25cb3bd924765" /><Relationship Type="http://schemas.openxmlformats.org/officeDocument/2006/relationships/slide" Target="/ppt/slides/slide20.xml" Id="R6b41ab82f90c431f" /><Relationship Type="http://schemas.openxmlformats.org/officeDocument/2006/relationships/slide" Target="/ppt/slides/slide21.xml" Id="R5dcf41a1ebdf47e3" /><Relationship Type="http://schemas.openxmlformats.org/officeDocument/2006/relationships/slide" Target="/ppt/slides/slide22.xml" Id="R720acf0d4b514c05" /><Relationship Type="http://schemas.openxmlformats.org/officeDocument/2006/relationships/slide" Target="/ppt/slides/slide23.xml" Id="R951604610b2843af" /><Relationship Type="http://schemas.openxmlformats.org/officeDocument/2006/relationships/slide" Target="/ppt/slides/slide24.xml" Id="R08bf04b478034591" /><Relationship Type="http://schemas.openxmlformats.org/officeDocument/2006/relationships/slide" Target="/ppt/slides/slide25.xml" Id="R4a4a70798acb4a7a" /><Relationship Type="http://schemas.openxmlformats.org/officeDocument/2006/relationships/slide" Target="/ppt/slides/slide26.xml" Id="R29bdf5c9508045fd" /><Relationship Type="http://schemas.openxmlformats.org/officeDocument/2006/relationships/slide" Target="/ppt/slides/slide27.xml" Id="Re4639a93a0024213" /><Relationship Type="http://schemas.openxmlformats.org/officeDocument/2006/relationships/slide" Target="/ppt/slides/slide28.xml" Id="R9b9a1c4e23c84679" /><Relationship Type="http://schemas.openxmlformats.org/officeDocument/2006/relationships/slide" Target="/ppt/slides/slide29.xml" Id="Rb8e84f83889749cb" /><Relationship Type="http://schemas.openxmlformats.org/officeDocument/2006/relationships/slide" Target="/ppt/slides/slide30.xml" Id="Re1856d1b3ce24668" /><Relationship Type="http://schemas.openxmlformats.org/officeDocument/2006/relationships/slide" Target="/ppt/slides/slide31.xml" Id="R2bf0fb5ca8c540a9" /><Relationship Type="http://schemas.openxmlformats.org/officeDocument/2006/relationships/slide" Target="/ppt/slides/slide32.xml" Id="R6855cb2bba004f4c" /><Relationship Type="http://schemas.openxmlformats.org/officeDocument/2006/relationships/slide" Target="/ppt/slides/slide33.xml" Id="Rdfe2984766bb4d26" /><Relationship Type="http://schemas.openxmlformats.org/officeDocument/2006/relationships/slide" Target="/ppt/slides/slide34.xml" Id="Rebd2fc9f2ee34863" /><Relationship Type="http://schemas.openxmlformats.org/officeDocument/2006/relationships/slide" Target="/ppt/slides/slide35.xml" Id="R00893f55b0c740df" /><Relationship Type="http://schemas.openxmlformats.org/officeDocument/2006/relationships/slide" Target="/ppt/slides/slide36.xml" Id="R01a6dc1048254b28" /><Relationship Type="http://schemas.openxmlformats.org/officeDocument/2006/relationships/slide" Target="/ppt/slides/slide37.xml" Id="R232286ca2b3b4eea" /><Relationship Type="http://schemas.openxmlformats.org/officeDocument/2006/relationships/slide" Target="/ppt/slides/slide38.xml" Id="Rf5fe4a3638c347fe" /><Relationship Type="http://schemas.openxmlformats.org/officeDocument/2006/relationships/slide" Target="/ppt/slides/slide39.xml" Id="R7b3087821ea14917" /><Relationship Type="http://schemas.openxmlformats.org/officeDocument/2006/relationships/slide" Target="/ppt/slides/slide40.xml" Id="R9add4c7a5f0d4c8a" /><Relationship Type="http://schemas.openxmlformats.org/officeDocument/2006/relationships/slide" Target="/ppt/slides/slide41.xml" Id="Rafa17c87eb7a4a62" /><Relationship Type="http://schemas.openxmlformats.org/officeDocument/2006/relationships/slide" Target="/ppt/slides/slide42.xml" Id="Rd16965de345f486d" /><Relationship Type="http://schemas.openxmlformats.org/officeDocument/2006/relationships/slide" Target="/ppt/slides/slide43.xml" Id="R742830e347064e48" /><Relationship Type="http://schemas.openxmlformats.org/officeDocument/2006/relationships/slide" Target="/ppt/slides/slide44.xml" Id="Re6e82ded2b064d9e" /><Relationship Type="http://schemas.openxmlformats.org/officeDocument/2006/relationships/slide" Target="/ppt/slides/slide45.xml" Id="R2671d9a955f54d25" /><Relationship Type="http://schemas.openxmlformats.org/officeDocument/2006/relationships/slide" Target="/ppt/slides/slide46.xml" Id="R3166c3db29f545ea" /><Relationship Type="http://schemas.openxmlformats.org/officeDocument/2006/relationships/slide" Target="/ppt/slides/slide47.xml" Id="R09b9d85ea87c4047" /><Relationship Type="http://schemas.openxmlformats.org/officeDocument/2006/relationships/slide" Target="/ppt/slides/slide48.xml" Id="Rd26175dd6c864a71" /><Relationship Type="http://schemas.openxmlformats.org/officeDocument/2006/relationships/slide" Target="/ppt/slides/slide49.xml" Id="Rf72b5f12a484419e" /><Relationship Type="http://schemas.openxmlformats.org/officeDocument/2006/relationships/slide" Target="/ppt/slides/slide50.xml" Id="Rca1e2b3deeb74dd8" /><Relationship Type="http://schemas.openxmlformats.org/officeDocument/2006/relationships/slide" Target="/ppt/slides/slide51.xml" Id="R5441c4a2b8d2485e" /><Relationship Type="http://schemas.openxmlformats.org/officeDocument/2006/relationships/slide" Target="/ppt/slides/slide52.xml" Id="R062b089687484760" /><Relationship Type="http://schemas.openxmlformats.org/officeDocument/2006/relationships/slide" Target="/ppt/slides/slide53.xml" Id="R5138ea18e0e04a70" /><Relationship Type="http://schemas.openxmlformats.org/officeDocument/2006/relationships/slide" Target="/ppt/slides/slide54.xml" Id="Rb75fb26fdc04479b" /><Relationship Type="http://schemas.openxmlformats.org/officeDocument/2006/relationships/slide" Target="/ppt/slides/slide55.xml" Id="R814a968e48ba4303" /><Relationship Type="http://schemas.openxmlformats.org/officeDocument/2006/relationships/slide" Target="/ppt/slides/slide56.xml" Id="Rc63b69d3d4a849a2" /><Relationship Type="http://schemas.openxmlformats.org/officeDocument/2006/relationships/slide" Target="/ppt/slides/slide57.xml" Id="R44992cf58b8543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8.xml" Id="R3525531c0ec24f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8.xml><?xml version="1.0" encoding="utf-8"?>
<a:theme xmlns:a="http://schemas.openxmlformats.org/drawingml/2006/main" name="ChatGPT">
  <a:themeElements>
    <a:clrScheme name="SEARULEA 2026">
      <a:dk1>
        <a:srgbClr val="04293A"/>
      </a:dk1>
      <a:lt1>
        <a:srgbClr val="FFFFFF"/>
      </a:lt1>
      <a:dk2>
        <a:srgbClr val="074154"/>
      </a:dk2>
      <a:lt2>
        <a:srgbClr val="FBF9F4"/>
      </a:lt2>
      <a:accent1>
        <a:srgbClr val="074154"/>
      </a:accent1>
      <a:accent2>
        <a:srgbClr val="0A6887"/>
      </a:accent2>
      <a:accent3>
        <a:srgbClr val="0C7190"/>
      </a:accent3>
      <a:accent4>
        <a:srgbClr val="D0E7ED"/>
      </a:accent4>
      <a:accent5>
        <a:srgbClr val="EFE8D8"/>
      </a:accent5>
      <a:accent6>
        <a:srgbClr val="D98E2B"/>
      </a:accent6>
      <a:hlink>
        <a:srgbClr val="0A6887"/>
      </a:hlink>
      <a:folHlink>
        <a:srgbClr val="0C719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EARULEA 2026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b7960cf08740b0" /><Relationship Type="http://schemas.openxmlformats.org/officeDocument/2006/relationships/notesMaster" Target="/ppt/notesMasters/notesMaster1.xml" Id="Rd11635ae65b741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8bb097aade4008" /><Relationship Type="http://schemas.openxmlformats.org/officeDocument/2006/relationships/notesMaster" Target="/ppt/notesMasters/notesMaster1.xml" Id="R0d66ce1a265546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504313cf7d46f3" /><Relationship Type="http://schemas.openxmlformats.org/officeDocument/2006/relationships/notesMaster" Target="/ppt/notesMasters/notesMaster1.xml" Id="R6a7929dbec9d4a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df878bdff84f0d" /><Relationship Type="http://schemas.openxmlformats.org/officeDocument/2006/relationships/notesMaster" Target="/ppt/notesMasters/notesMaster1.xml" Id="R2d6920d47e314f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93d1e81ae34b08" /><Relationship Type="http://schemas.openxmlformats.org/officeDocument/2006/relationships/notesMaster" Target="/ppt/notesMasters/notesMaster1.xml" Id="R9a63e50f8c5049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106a2e45574182" /><Relationship Type="http://schemas.openxmlformats.org/officeDocument/2006/relationships/notesMaster" Target="/ppt/notesMasters/notesMaster1.xml" Id="Rd399a240a83141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33060ca13849df" /><Relationship Type="http://schemas.openxmlformats.org/officeDocument/2006/relationships/notesMaster" Target="/ppt/notesMasters/notesMaster1.xml" Id="R661b6802be9147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369375511d4723" /><Relationship Type="http://schemas.openxmlformats.org/officeDocument/2006/relationships/notesMaster" Target="/ppt/notesMasters/notesMaster1.xml" Id="Re6ef451da1cc4d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d811435b8745da" /><Relationship Type="http://schemas.openxmlformats.org/officeDocument/2006/relationships/notesMaster" Target="/ppt/notesMasters/notesMaster1.xml" Id="R1d9c85d1e04f43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e363fa0f5e45dd" /><Relationship Type="http://schemas.openxmlformats.org/officeDocument/2006/relationships/notesMaster" Target="/ppt/notesMasters/notesMaster1.xml" Id="Rd08b0b564d5c47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95bfe52fa2c4baf" /><Relationship Type="http://schemas.openxmlformats.org/officeDocument/2006/relationships/notesMaster" Target="/ppt/notesMasters/notesMaster1.xml" Id="R0ccbde64c13148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31283e0218743df" /><Relationship Type="http://schemas.openxmlformats.org/officeDocument/2006/relationships/notesMaster" Target="/ppt/notesMasters/notesMaster1.xml" Id="R5eb566ab9b204e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c00a37f53fa42f8" /><Relationship Type="http://schemas.openxmlformats.org/officeDocument/2006/relationships/notesMaster" Target="/ppt/notesMasters/notesMaster1.xml" Id="Rb220fcf815f3466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67e9ff878424c65" /><Relationship Type="http://schemas.openxmlformats.org/officeDocument/2006/relationships/notesMaster" Target="/ppt/notesMasters/notesMaster1.xml" Id="Rad254ae34779408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a2cbfa602864335" /><Relationship Type="http://schemas.openxmlformats.org/officeDocument/2006/relationships/notesMaster" Target="/ppt/notesMasters/notesMaster1.xml" Id="R0ec0165ee7e0410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f945d4e3c6a4aae" /><Relationship Type="http://schemas.openxmlformats.org/officeDocument/2006/relationships/notesMaster" Target="/ppt/notesMasters/notesMaster1.xml" Id="R4bbc4bab5691433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0addd9b01874300" /><Relationship Type="http://schemas.openxmlformats.org/officeDocument/2006/relationships/notesMaster" Target="/ppt/notesMasters/notesMaster1.xml" Id="R114568d463f3463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7a2367a58b24c04" /><Relationship Type="http://schemas.openxmlformats.org/officeDocument/2006/relationships/notesMaster" Target="/ppt/notesMasters/notesMaster1.xml" Id="Raf8a9d1aa06a4b5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9b5e4fa2fcd4c8d" /><Relationship Type="http://schemas.openxmlformats.org/officeDocument/2006/relationships/notesMaster" Target="/ppt/notesMasters/notesMaster1.xml" Id="R99e6ef460c2e4af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1f072c384f3414a" /><Relationship Type="http://schemas.openxmlformats.org/officeDocument/2006/relationships/notesMaster" Target="/ppt/notesMasters/notesMaster1.xml" Id="R30f5bc2b09864c4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66cdfe51e664ff2" /><Relationship Type="http://schemas.openxmlformats.org/officeDocument/2006/relationships/notesMaster" Target="/ppt/notesMasters/notesMaster1.xml" Id="R7a0230f1cef74fb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4994e56264740d1" /><Relationship Type="http://schemas.openxmlformats.org/officeDocument/2006/relationships/notesMaster" Target="/ppt/notesMasters/notesMaster1.xml" Id="Rbf8ed4e28cfc412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dd69c4ee7d74041" /><Relationship Type="http://schemas.openxmlformats.org/officeDocument/2006/relationships/notesMaster" Target="/ppt/notesMasters/notesMaster1.xml" Id="R16ccdfac876e44b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08b1f435e404f0d" /><Relationship Type="http://schemas.openxmlformats.org/officeDocument/2006/relationships/notesMaster" Target="/ppt/notesMasters/notesMaster1.xml" Id="R992dc9a1b23e42f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e3d45eac9ce404c" /><Relationship Type="http://schemas.openxmlformats.org/officeDocument/2006/relationships/notesMaster" Target="/ppt/notesMasters/notesMaster1.xml" Id="R52d7df7f36a9479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e8504f5c45b4d7e" /><Relationship Type="http://schemas.openxmlformats.org/officeDocument/2006/relationships/notesMaster" Target="/ppt/notesMasters/notesMaster1.xml" Id="R63bc5c0d4c7b473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d2c7b963eda462b" /><Relationship Type="http://schemas.openxmlformats.org/officeDocument/2006/relationships/notesMaster" Target="/ppt/notesMasters/notesMaster1.xml" Id="R63fc4563931f4bb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2a9be68c4544439" /><Relationship Type="http://schemas.openxmlformats.org/officeDocument/2006/relationships/notesMaster" Target="/ppt/notesMasters/notesMaster1.xml" Id="R7de71796c38f450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494a35ec1d74ae2" /><Relationship Type="http://schemas.openxmlformats.org/officeDocument/2006/relationships/notesMaster" Target="/ppt/notesMasters/notesMaster1.xml" Id="R02da7ed1bc1c45a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d13e5e91bb041fc" /><Relationship Type="http://schemas.openxmlformats.org/officeDocument/2006/relationships/notesMaster" Target="/ppt/notesMasters/notesMaster1.xml" Id="R82afb741e7d84ba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7099523331648ee" /><Relationship Type="http://schemas.openxmlformats.org/officeDocument/2006/relationships/notesMaster" Target="/ppt/notesMasters/notesMaster1.xml" Id="R8c50a6ae86994e6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e83c2defa2b46fa" /><Relationship Type="http://schemas.openxmlformats.org/officeDocument/2006/relationships/notesMaster" Target="/ppt/notesMasters/notesMaster1.xml" Id="R56fc8fe8cd20434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7e347f608da4376" /><Relationship Type="http://schemas.openxmlformats.org/officeDocument/2006/relationships/notesMaster" Target="/ppt/notesMasters/notesMaster1.xml" Id="Rd9f635d9ffcc4fd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a731afb41ab4f20" /><Relationship Type="http://schemas.openxmlformats.org/officeDocument/2006/relationships/notesMaster" Target="/ppt/notesMasters/notesMaster1.xml" Id="R15b352ca52194de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464271a4fb64a7e" /><Relationship Type="http://schemas.openxmlformats.org/officeDocument/2006/relationships/notesMaster" Target="/ppt/notesMasters/notesMaster1.xml" Id="Race1cd4de301481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b65a9b934d142e2" /><Relationship Type="http://schemas.openxmlformats.org/officeDocument/2006/relationships/notesMaster" Target="/ppt/notesMasters/notesMaster1.xml" Id="R28e4bfcc9c19455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18f0554eb1a402b" /><Relationship Type="http://schemas.openxmlformats.org/officeDocument/2006/relationships/notesMaster" Target="/ppt/notesMasters/notesMaster1.xml" Id="Rb6d04b11ca8e447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d3c705495d845ec" /><Relationship Type="http://schemas.openxmlformats.org/officeDocument/2006/relationships/notesMaster" Target="/ppt/notesMasters/notesMaster1.xml" Id="R4dd853328a2f4ae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47eccef94ad4d3b" /><Relationship Type="http://schemas.openxmlformats.org/officeDocument/2006/relationships/notesMaster" Target="/ppt/notesMasters/notesMaster1.xml" Id="R1ea9d633b20e4f3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d567e8643d64867" /><Relationship Type="http://schemas.openxmlformats.org/officeDocument/2006/relationships/notesMaster" Target="/ppt/notesMasters/notesMaster1.xml" Id="R3166af6ad645469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1bab4842d0e4a09" /><Relationship Type="http://schemas.openxmlformats.org/officeDocument/2006/relationships/notesMaster" Target="/ppt/notesMasters/notesMaster1.xml" Id="Re1c651f6ced342b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f2a17e6f384b46bf" /><Relationship Type="http://schemas.openxmlformats.org/officeDocument/2006/relationships/notesMaster" Target="/ppt/notesMasters/notesMaster1.xml" Id="Rb35d6a55d4974c63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f76ae3eca6f64de0" /><Relationship Type="http://schemas.openxmlformats.org/officeDocument/2006/relationships/notesMaster" Target="/ppt/notesMasters/notesMaster1.xml" Id="R755f7d6eb13149eb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7749782183414912" /><Relationship Type="http://schemas.openxmlformats.org/officeDocument/2006/relationships/notesMaster" Target="/ppt/notesMasters/notesMaster1.xml" Id="Ra13b5c3387d84615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9c919e80d0fc47dd" /><Relationship Type="http://schemas.openxmlformats.org/officeDocument/2006/relationships/notesMaster" Target="/ppt/notesMasters/notesMaster1.xml" Id="Rafa35d122b1f4a65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c907b9401b35415b" /><Relationship Type="http://schemas.openxmlformats.org/officeDocument/2006/relationships/notesMaster" Target="/ppt/notesMasters/notesMaster1.xml" Id="Rb93c91b8531a4bac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82c232b494334fa1" /><Relationship Type="http://schemas.openxmlformats.org/officeDocument/2006/relationships/notesMaster" Target="/ppt/notesMasters/notesMaster1.xml" Id="R2433aa42f1234fa1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370637f8d137425d" /><Relationship Type="http://schemas.openxmlformats.org/officeDocument/2006/relationships/notesMaster" Target="/ppt/notesMasters/notesMaster1.xml" Id="Rd0e2a83f00ad4c36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bacbd7d1d212472d" /><Relationship Type="http://schemas.openxmlformats.org/officeDocument/2006/relationships/notesMaster" Target="/ppt/notesMasters/notesMaster1.xml" Id="Ra5b8effb8837459f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ed62a0e352ec4873" /><Relationship Type="http://schemas.openxmlformats.org/officeDocument/2006/relationships/notesMaster" Target="/ppt/notesMasters/notesMaster1.xml" Id="R557a275816cc4a5a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ef8b756e5a1a46e9" /><Relationship Type="http://schemas.openxmlformats.org/officeDocument/2006/relationships/notesMaster" Target="/ppt/notesMasters/notesMaster1.xml" Id="R0bb745944b7f4514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dae8b5691d414058" /><Relationship Type="http://schemas.openxmlformats.org/officeDocument/2006/relationships/notesMaster" Target="/ppt/notesMasters/notesMaster1.xml" Id="R954f57dae2bf49b5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28b2ed88683d4a4e" /><Relationship Type="http://schemas.openxmlformats.org/officeDocument/2006/relationships/notesMaster" Target="/ppt/notesMasters/notesMaster1.xml" Id="Rbfaf4314170b4ee3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1a5d61bb492c4d7e" /><Relationship Type="http://schemas.openxmlformats.org/officeDocument/2006/relationships/notesMaster" Target="/ppt/notesMasters/notesMaster1.xml" Id="R3b2d9027be4f4b07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996556aac41d41e6" /><Relationship Type="http://schemas.openxmlformats.org/officeDocument/2006/relationships/notesMaster" Target="/ppt/notesMasters/notesMaster1.xml" Id="Rfb5beaf30ce44641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8488ae65e81e433c" /><Relationship Type="http://schemas.openxmlformats.org/officeDocument/2006/relationships/notesMaster" Target="/ppt/notesMasters/notesMaster1.xml" Id="Ra71e4331a72742f1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f1ca16333934492b" /><Relationship Type="http://schemas.openxmlformats.org/officeDocument/2006/relationships/notesMaster" Target="/ppt/notesMasters/notesMaster1.xml" Id="R8c5ef88b74e34f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slide for internal authors or delete it before presenting.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index while authoring; delete it from the client-facing 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Photo-led cover. Replace the full-slide image and keep the title to two lines maximum.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  <a:p xmlns:a="http://schemas.openxmlformats.org/drawingml/2006/main">
            <a:r>
              <a:t>- User-provided hero-cages.jpg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Formal Deep Sea cover. Keep the gradient spiral unchanged and use amber only inside this approved motif.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  <a:p xmlns:a="http://schemas.openxmlformats.org/drawingml/2006/main">
            <a:r>
              <a:t>- User-provided SEARULEA gradient spiral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Full-bleed photographic cover. Replace the image and keep important subjects above the title band.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  <a:p xmlns:a="http://schemas.openxmlformats.org/drawingml/2006/main">
            <a:r>
              <a:t>- User-provided 5_coast_sovereignty.jpg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Minimal Pearl cover for proposals, reports and formal updates.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  <a:p xmlns:a="http://schemas.openxmlformats.org/drawingml/2006/main">
            <a:r>
              <a:t>- User-provided SEARULEA gradient spiral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Classic four-part agenda. Add or remove rows while preserving the spacing rhythm.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Three-chapter agenda for concise presentations.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Five-stage journey agenda. Keep the stage labels short.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section divider. Keep the title to two lines maximum.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  <a:p xmlns:a="http://schemas.openxmlformats.org/drawingml/2006/main">
            <a:r>
              <a:t>- User-provided SEARULEA Sea Foam spiral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Photographic section divider. Replace the image and preserve the Deep Sea panel.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  <a:p xmlns:a="http://schemas.openxmlformats.org/drawingml/2006/main">
            <a:r>
              <a:t>- User-provided 1_offshore_ops.jpg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Minimal Pearl section divider for quieter transitions.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Sea Foam split divider for a more expressive brand transition.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  <a:p xmlns:a="http://schemas.openxmlformats.org/drawingml/2006/main">
            <a:r>
              <a:t>- User-provided SEARULEA Sea Foam spiral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Single-column narrative. Aim for two short paragraphs and no more than three bullets.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Two-column narrative. Use parallel structures on both sides.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for a thesis, point of view or memorable chapter statement.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Three-point narrative. Keep all three points at similar depth.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Sidebar narrative. Use the colored panel for a definition, takeaway or important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Image-left story. Replace the image and use the text column to explain its relevance.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  <a:p xmlns:a="http://schemas.openxmlformats.org/drawingml/2006/main">
            <a:r>
              <a:t>- User-provided 3_women_searulea.jpg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Image-right story. Use when the narrative should lead before the visual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  <a:p xmlns:a="http://schemas.openxmlformats.org/drawingml/2006/main">
            <a:r>
              <a:t>- User-provided 4_traceability_tech.jpg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Full-bleed image story. Replace the image and keep the dark text panel to roughly two-fifths of the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  <a:p xmlns:a="http://schemas.openxmlformats.org/drawingml/2006/main">
            <a:r>
              <a:t>- User-provided 2_fresh_at_port.jpg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Panoramic evidence page. Use a wide image with one concise caption and implication.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  <a:p xmlns:a="http://schemas.openxmlformats.org/drawingml/2006/main">
            <a:r>
              <a:t>- User-provided 6_team_coldchain.jpg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Two-image comparison or sequence. Use consistent crops and parallel captions.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  <a:p xmlns:a="http://schemas.openxmlformats.org/drawingml/2006/main">
            <a:r>
              <a:t>- User-provided SEARULEA packaging and truck mockups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Photo quote. Verify the quote, speaker and image before presenting.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  <a:p xmlns:a="http://schemas.openxmlformats.org/drawingml/2006/main">
            <a:r>
              <a:t>- User-provided 11_office_glass.jpg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Three-metric snapshot. Use values with similar visual weight and explain the unit in each label.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Four-metric dashboard. Keep the numbers short and use the final line for context, not another metric.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Hero metric. Use one number only and include enough context to prevent misinterpretation.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Image-plus-metrics page. Use the image for evidence and the right rail for three related figures.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  <a:p xmlns:a="http://schemas.openxmlformats.org/drawingml/2006/main">
            <a:r>
              <a:t>- User-provided SEARULEA cover mockup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Three-step process. Connectors sit behind nodes; keep each step equally concise.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Four-step process. Use the final accent node for the result or handoff.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Four-milestone timeline. Keep dates above and implications below the 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Alternating five-phase timeline. Keep descriptions to one short line where possible.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Phased roadmap. Use unequal band widths when phase duration or effort differs materially.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Full-width bar chart. Right-click the chart and choose Edit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Horizontal bar chart with commentary. Use the right column for meaning and action, not a restatement of values.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Full-width line chart for a single trend over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Two-series trend with commentary. Use amber only for the secondary series.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Doughnut chart for three to five categories. Use only when parts sum to a meaningful whole.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Stacked column chart for composition across periods or segments.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Two-option comparison. Keep criteria parallel and mark a recommendation only when the evidence supports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Three-option comparison. Use the center accent only when that option is recommended.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Before-and-after comparison. Keep both sides parallel and grounded in the same criteria.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Balanced trade-off page. Use matched levels of specificity on both sides.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Concise editable data table. Add a source or methodology note when the values are externally sourced.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Workplan table for ownership, timing, status and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Risk register. Define likelihood and impact scales in notes or an appendix.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Single profile. Replace the portrait and verify the person's title and biography.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Two-profile leadership page. Keep biographies parallel in length and emphasis.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Three-person team page. Use one line of proof per person.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Four-person team page. Keep names and roles concise.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Case study page. Replace the image and use only verified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  <a:p xmlns:a="http://schemas.openxmlformats.org/drawingml/2006/main">
            <a:r>
              <a:t>- User-provided SEARULEA phone mockup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Three-image evidence gallery. Use consistent crops and captions that explain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  <a:p xmlns:a="http://schemas.openxmlformats.org/drawingml/2006/main">
            <a:r>
              <a:t>- User-provided SEARULEA signage, billboard and pole-banner mockups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Four-image gallery. Use this only when each visual earns its place.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  <a:p xmlns:a="http://schemas.openxmlformats.org/drawingml/2006/main">
            <a:r>
              <a:t>- User-provided SEARULEA apparel, stationery, tote/cap and roll-up mockups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Location page. Replace the right frame with a verified map or site photograph.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closing page. Resolve the opening question with a clear next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  <a:p xmlns:a="http://schemas.openxmlformats.org/drawingml/2006/main">
            <a:r>
              <a:t>- User-provided SEARULEA Sea Foam spiral and logo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Minimal contact closing. Replace every contact field and verify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  <a:p xmlns:a="http://schemas.openxmlformats.org/drawingml/2006/main">
            <a:r>
              <a:t>- User-provided SEARULEA gradient spiral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Q&amp;A page. Keep a useful decision prompt visible instead of a generic thank-you message.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82b47aa55542a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0bd7c72e0e043c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95d268654bd4b6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313f8ef8055b437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effc01ef238a448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a479de3107f44d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7e220f8fc6e459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c1d1651b34c842e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a1820083d3c64d6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d2f57df1010d4bd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1108ddad160c4b8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61a2a267bae49e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505f5ac3c0d9477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2b8e01a44829472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654a8c1017224af9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b924c582361b4b3b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4d385dcc4e9949a6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a4e5120a12b842d1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716f62ab57ba4a57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f26b6a5ee89944a6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799f9cba0b2344ce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c36b17c94dd34eb5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47c3c2be97614bc5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ee5ddacb92c4074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245dc9db55a46e2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a0536a82f8747bb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15b10e16c4d0482e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1a3e3316c9b34c30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58293462cd5042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01 — Cover / Pho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4">
            <a:extLst xmlns:a="http://schemas.openxmlformats.org/drawingml/2006/main">
              <a:ext uri="{FF2B5EF4-FFF2-40B4-BE49-F238E27FC236}">
                <a16:creationId xmlns:a16="http://schemas.microsoft.com/office/drawing/2014/main" id="{02D32430-3DCE-43BC-B443-503D384C04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00100" y="68389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rPr sz="1050" b="0" i="0">
                <a:solidFill>
                  <a:srgbClr val="D0E7ED"/>
                </a:solidFill>
                <a:latin typeface="DM Sans"/>
                <a:ea typeface="DM Sans"/>
                <a:cs typeface="DM Sans"/>
              </a:rPr>
              <a:t>Month Year · Presenter · Confidential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02 — Cover / Deep Se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4">
            <a:extLst xmlns:a="http://schemas.openxmlformats.org/drawingml/2006/main">
              <a:ext uri="{FF2B5EF4-FFF2-40B4-BE49-F238E27FC236}">
                <a16:creationId xmlns:a16="http://schemas.microsoft.com/office/drawing/2014/main" id="{C50B4650-FAAB-4C37-81EE-4157E83055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00100" y="68389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rPr sz="1050" b="0" i="0">
                <a:solidFill>
                  <a:srgbClr val="D0E7ED"/>
                </a:solidFill>
                <a:latin typeface="DM Sans"/>
                <a:ea typeface="DM Sans"/>
                <a:cs typeface="DM Sans"/>
              </a:rPr>
              <a:t>Month Year · Presenter · Confidential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03 — Template Gu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8A3FADE5-57C0-4838-9408-E4AD811768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2950" y="89535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360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Slide title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04 — 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E1D4A1C5-385C-448E-94E8-7CF97B8B43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360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Slide title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>
  <p:cSld name="05 — Section Divider / Deep Se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295369F8-860E-4A2C-877D-09E6F94490B9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42950" y="485775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rPr sz="1875" b="0" i="0">
                <a:solidFill>
                  <a:srgbClr val="D0E7ED"/>
                </a:solidFill>
                <a:latin typeface="DM Sans"/>
                <a:ea typeface="DM Sans"/>
                <a:cs typeface="DM Sans"/>
              </a:rPr>
              <a:t>A short line that sets up the next chapter.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>
  <p:cSld name="06 — Statement / Deep Se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44218CEC-1080-4F6D-832D-253ACD8D1C8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42950" y="563880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rPr sz="1800" b="0" i="0">
                <a:solidFill>
                  <a:srgbClr val="D0E7ED"/>
                </a:solidFill>
                <a:latin typeface="DM Sans"/>
                <a:ea typeface="DM Sans"/>
                <a:cs typeface="DM Sans"/>
              </a:rPr>
              <a:t>Use one supporting sentence to turn the statement into a clear business implication.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>
  <p:cSld name="07 — Narrative / Singl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059CB294-B1CB-4A0D-8FFA-96575882A11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42950" y="2000250"/>
            <a:ext cx="98107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02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2025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Narrative body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>
  <p:cSld name="08 — Narrative /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4">
            <a:extLst xmlns:a="http://schemas.openxmlformats.org/drawingml/2006/main">
              <a:ext uri="{FF2B5EF4-FFF2-40B4-BE49-F238E27FC236}">
                <a16:creationId xmlns:a16="http://schemas.microsoft.com/office/drawing/2014/main" id="{D82D2193-7B5F-41DE-89C2-D20E4DE96D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5650" y="2076450"/>
            <a:ext cx="5619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725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Right column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>
  <p:cSld name="09 — Image Left / Text Righ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DE532872-D82E-44B2-A193-850CF237F5A1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239000" y="2343150"/>
            <a:ext cx="538162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725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Supporting copy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>
  <p:cSld name="10 — Text Left / Image Righ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570B9E97-9132-4589-B0A4-5EAF5F61AE9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42950" y="2305050"/>
            <a:ext cx="5143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725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Supporting copy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>
  <p:cSld name="11 — Photo / Quo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D2E8DE8C-CDD3-47A9-8B3F-D5A8693C8E0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800100" y="65913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rPr sz="1350" b="1" i="0">
                <a:solidFill>
                  <a:srgbClr val="D0E7ED"/>
                </a:solidFill>
                <a:latin typeface="DM Sans"/>
                <a:ea typeface="DM Sans"/>
                <a:cs typeface="DM Sans"/>
              </a:rPr>
              <a:t>Name · Role · Organisation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>
  <p:cSld name="12 — Key Figures / Sea Foa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C1E21E14-DD73-4914-9CD0-1AE4722BC8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360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Slide title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>
  <p:cSld name="13 — Process / Four Step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CCC7482-113A-4ABC-832E-5618F4260D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360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Slide title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>
  <p:cSld name="14 — Timeline / Mileston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814F9A21-ED90-4AFA-B267-C21EF4185A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360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Slide title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>
  <p:cSld name="15 — Chart / Full Width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946B6CAA-47F0-4857-8902-D6401E9851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360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Slide title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>
  <p:cSld name="16 — Chart / Commentar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D80BA128-BCA4-4111-A5B7-6FDC99BD0D4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9525000" y="2266950"/>
            <a:ext cx="31432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Chart commentary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>
  <p:cSld name="17 — Chart / Doughn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7E3F4047-244C-411A-AB0A-FCDC7BC7505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524750" y="2247900"/>
            <a:ext cx="4953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800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Headline and implication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>
  <p:cSld name="18 — Comparison / Two Optio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F1FE5049-1253-4C79-8AD4-734454617A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360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Slide title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>
  <p:cSld name="19 — Data Tab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149D968E-5576-4580-A8B4-7D61FD4BEB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360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Slide title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>
  <p:cSld name="20 — Location / Si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F3F465F8-3C9B-4B04-B60D-B64675EE83D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42950" y="2266950"/>
            <a:ext cx="4762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Location narrative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>
  <p:cSld name="21 — Profile / Leadershi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2762FE13-AFFC-40AA-AAD6-F2928F0D767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143750" y="3390900"/>
            <a:ext cx="538162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Profile narrative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>
  <p:cSld name="22 — Gallery / Three Imag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81E21637-8E27-4109-97E3-3D5211B7CC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360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Slide title</a:t>
            </a:r>
          </a:p>
        </p:txBody>
      </p:sp>
    </p:spTree>
  </p:cSld>
</p:sldLayout>
</file>

<file path=ppt/slideLayouts/slideLayout24.xml><?xml version="1.0" encoding="utf-8"?>
<p:sldLayout xmlns:p="http://schemas.openxmlformats.org/presentationml/2006/main">
  <p:cSld name="23 — Closing / Deep Se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D6F54D42-3A67-416D-ABFB-AB7FEA06EE6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239000" y="605790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350" b="0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D0E7ED"/>
                </a:solidFill>
                <a:latin typeface="DM Sans"/>
                <a:ea typeface="DM Sans"/>
                <a:cs typeface="DM Sans"/>
              </a:rPr>
              <a:t>hello@searulea.com</a:t>
            </a:r>
          </a:p>
          <a:p xmlns:a="http://schemas.openxmlformats.org/drawingml/2006/main">
            <a:pPr algn="r">
              <a:lnSpc>
                <a:spcPct val="116000"/>
              </a:lnSpc>
              <a:buNone/>
              <a:defRPr sz="1350" b="0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D0E7ED"/>
                </a:solidFill>
                <a:latin typeface="DM Sans"/>
                <a:ea typeface="DM Sans"/>
                <a:cs typeface="DM Sans"/>
              </a:rPr>
              <a:t>www.searulea.com</a:t>
            </a:r>
          </a:p>
        </p:txBody>
      </p:sp>
    </p:spTree>
  </p:cSld>
</p:sldLayout>
</file>

<file path=ppt/slideLayouts/slideLayout25.xml><?xml version="1.0" encoding="utf-8"?>
<p:sldLayout xmlns:p="http://schemas.openxmlformats.org/presentationml/2006/main">
  <p:cSld name="00 — Blank / Cov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6.xml><?xml version="1.0" encoding="utf-8"?>
<p:sldLayout xmlns:p="http://schemas.openxmlformats.org/presentationml/2006/main">
  <p:cSld name="00 — Blank / Deep Sea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7.xml><?xml version="1.0" encoding="utf-8"?>
<p:sldLayout xmlns:p="http://schemas.openxmlformats.org/presentationml/2006/main">
  <p:cSld name="00 — Blank / Pearl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8.xml><?xml version="1.0" encoding="utf-8"?>
<p:sldLayout xmlns:p="http://schemas.openxmlformats.org/presentationml/2006/main">
  <p:cSld name="00 — Blank / Sea Foam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9.xml><?xml version="1.0" encoding="utf-8"?>
<p:sldLayout xmlns:p="http://schemas.openxmlformats.org/presentationml/2006/main">
  <p:cSld name="00 — Blank / Shor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ad108eab79439e" /><Relationship Type="http://schemas.openxmlformats.org/officeDocument/2006/relationships/slideLayout" Target="/ppt/slideLayouts/slideLayout1.xml" Id="R08aa602a4d1748b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703e297c07954c26" /><Relationship Type="http://schemas.openxmlformats.org/officeDocument/2006/relationships/slideLayout" Target="/ppt/slideLayouts/slideLayout2.xml" Id="R74c3e38c98474de9" /><Relationship Type="http://schemas.openxmlformats.org/officeDocument/2006/relationships/slideLayout" Target="/ppt/slideLayouts/slideLayout3.xml" Id="Rb991232fce544a65" /><Relationship Type="http://schemas.openxmlformats.org/officeDocument/2006/relationships/slideLayout" Target="/ppt/slideLayouts/slideLayout12.xml" Id="Rb00083548eac4a47" /><Relationship Type="http://schemas.openxmlformats.org/officeDocument/2006/relationships/slideLayout" Target="/ppt/slideLayouts/slideLayout25.xml" Id="R0d75874519144f82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image" Target="/ppt/media/image.png" Id="R1d4eec84f24e40e5" /><Relationship Type="http://schemas.openxmlformats.org/officeDocument/2006/relationships/theme" Target="/ppt/slideMasters/theme/theme4.xml" Id="R5e8d9a0ed4d0483f" /><Relationship Type="http://schemas.openxmlformats.org/officeDocument/2006/relationships/slideLayout" Target="/ppt/slideLayouts/slideLayout6.xml" Id="R8b309c57d4504845" /><Relationship Type="http://schemas.openxmlformats.org/officeDocument/2006/relationships/slideLayout" Target="/ppt/slideLayouts/slideLayout7.xml" Id="Rca854fc7ed2044be" /><Relationship Type="http://schemas.openxmlformats.org/officeDocument/2006/relationships/slideLayout" Target="/ppt/slideLayouts/slideLayout24.xml" Id="Re740aa186fde4f52" /><Relationship Type="http://schemas.openxmlformats.org/officeDocument/2006/relationships/slideLayout" Target="/ppt/slideLayouts/slideLayout26.xml" Id="R2570fcfcad604b68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image" Target="/ppt/media/image2.png" Id="Rc6dd6e8331994cdc" /><Relationship Type="http://schemas.openxmlformats.org/officeDocument/2006/relationships/theme" Target="/ppt/slideMasters/theme/theme5.xml" Id="R4600494b83b8457c" /><Relationship Type="http://schemas.openxmlformats.org/officeDocument/2006/relationships/slideLayout" Target="/ppt/slideLayouts/slideLayout4.xml" Id="R2cebac9f31d24b37" /><Relationship Type="http://schemas.openxmlformats.org/officeDocument/2006/relationships/slideLayout" Target="/ppt/slideLayouts/slideLayout5.xml" Id="Rdd5c4e2d4b104887" /><Relationship Type="http://schemas.openxmlformats.org/officeDocument/2006/relationships/slideLayout" Target="/ppt/slideLayouts/slideLayout8.xml" Id="Rdc1e8fcb29c04aec" /><Relationship Type="http://schemas.openxmlformats.org/officeDocument/2006/relationships/slideLayout" Target="/ppt/slideLayouts/slideLayout9.xml" Id="R97b52bf351f4410f" /><Relationship Type="http://schemas.openxmlformats.org/officeDocument/2006/relationships/slideLayout" Target="/ppt/slideLayouts/slideLayout10.xml" Id="R1a3fefb390f54182" /><Relationship Type="http://schemas.openxmlformats.org/officeDocument/2006/relationships/slideLayout" Target="/ppt/slideLayouts/slideLayout14.xml" Id="Rea545a6b98f24f64" /><Relationship Type="http://schemas.openxmlformats.org/officeDocument/2006/relationships/slideLayout" Target="/ppt/slideLayouts/slideLayout15.xml" Id="Re4fbb7b2f4cc407e" /><Relationship Type="http://schemas.openxmlformats.org/officeDocument/2006/relationships/slideLayout" Target="/ppt/slideLayouts/slideLayout16.xml" Id="R070854386520453c" /><Relationship Type="http://schemas.openxmlformats.org/officeDocument/2006/relationships/slideLayout" Target="/ppt/slideLayouts/slideLayout17.xml" Id="R485f26435ff34621" /><Relationship Type="http://schemas.openxmlformats.org/officeDocument/2006/relationships/slideLayout" Target="/ppt/slideLayouts/slideLayout18.xml" Id="Rb9f7fa0762934b9e" /><Relationship Type="http://schemas.openxmlformats.org/officeDocument/2006/relationships/slideLayout" Target="/ppt/slideLayouts/slideLayout19.xml" Id="R4df9507d87ec4c21" /><Relationship Type="http://schemas.openxmlformats.org/officeDocument/2006/relationships/slideLayout" Target="/ppt/slideLayouts/slideLayout20.xml" Id="R5725014f4fc74aa7" /><Relationship Type="http://schemas.openxmlformats.org/officeDocument/2006/relationships/slideLayout" Target="/ppt/slideLayouts/slideLayout21.xml" Id="Rd1bf192e27554160" /><Relationship Type="http://schemas.openxmlformats.org/officeDocument/2006/relationships/slideLayout" Target="/ppt/slideLayouts/slideLayout23.xml" Id="R17cd94de81e64d78" /><Relationship Type="http://schemas.openxmlformats.org/officeDocument/2006/relationships/slideLayout" Target="/ppt/slideLayouts/slideLayout27.xml" Id="Rf0c86f8cd82b4eaa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image" Target="/ppt/media/image3.png" Id="Ree5f83cdb3d34469" /><Relationship Type="http://schemas.openxmlformats.org/officeDocument/2006/relationships/theme" Target="/ppt/slideMasters/theme/theme6.xml" Id="R2d255bfcebd549df" /><Relationship Type="http://schemas.openxmlformats.org/officeDocument/2006/relationships/slideLayout" Target="/ppt/slideLayouts/slideLayout13.xml" Id="Ra9fa74256ac844c5" /><Relationship Type="http://schemas.openxmlformats.org/officeDocument/2006/relationships/slideLayout" Target="/ppt/slideLayouts/slideLayout28.xml" Id="R435c281bd0be4d61" /></Relationships>
</file>

<file path=ppt/slideMasters/_rels/slideMaster6.xml.rels>&#65279;<?xml version="1.0" encoding="utf-8"?><Relationships xmlns="http://schemas.openxmlformats.org/package/2006/relationships"><Relationship Type="http://schemas.openxmlformats.org/officeDocument/2006/relationships/image" Target="/ppt/media/image4.png" Id="R28446a5238064062" /><Relationship Type="http://schemas.openxmlformats.org/officeDocument/2006/relationships/theme" Target="/ppt/slideMasters/theme/theme7.xml" Id="Rb5156863b5334d01" /><Relationship Type="http://schemas.openxmlformats.org/officeDocument/2006/relationships/slideLayout" Target="/ppt/slideLayouts/slideLayout11.xml" Id="R8db5fc356e2b449e" /><Relationship Type="http://schemas.openxmlformats.org/officeDocument/2006/relationships/slideLayout" Target="/ppt/slideLayouts/slideLayout22.xml" Id="R3e92805694724134" /><Relationship Type="http://schemas.openxmlformats.org/officeDocument/2006/relationships/slideLayout" Target="/ppt/slideLayouts/slideLayout29.xml" Id="R37999f12a01c4f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aa602a4d1748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SEARULEA Fillable / Cover">
    <p:bg>
      <p:bgPr>
        <a:solidFill xmlns:a="http://schemas.openxmlformats.org/drawingml/2006/main">
          <a:srgbClr val="0741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74c3e38c98474de9"/>
    <p:sldLayoutId xmlns:r="http://schemas.openxmlformats.org/officeDocument/2006/relationships" id="2147483652" r:id="Rb991232fce544a65"/>
    <p:sldLayoutId xmlns:r="http://schemas.openxmlformats.org/officeDocument/2006/relationships" id="2147483653" r:id="Rb00083548eac4a47"/>
    <p:sldLayoutId xmlns:r="http://schemas.openxmlformats.org/officeDocument/2006/relationships" id="2147483654" r:id="R0d75874519144f82"/>
  </p:sldLayoutIdLst>
</p:sldMaster>
</file>

<file path=ppt/slideMasters/slideMaster3.xml><?xml version="1.0" encoding="utf-8"?>
<p:sldMaster xmlns:p="http://schemas.openxmlformats.org/presentationml/2006/main">
  <p:cSld name="SEARULEA Fillable / Deep Sea">
    <p:bg>
      <p:bgPr>
        <a:solidFill xmlns:a="http://schemas.openxmlformats.org/drawingml/2006/main">
          <a:srgbClr val="0741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4eec84f24e40e5"/>
          <a:stretch xmlns:a="http://schemas.openxmlformats.org/drawingml/2006/main"/>
        </p:blipFill>
        <p:spPr>
          <a:xfrm xmlns:a="http://schemas.openxmlformats.org/drawingml/2006/main">
            <a:off x="12544425" y="487124"/>
            <a:ext cx="419100" cy="302101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8b309c57d4504845"/>
    <p:sldLayoutId xmlns:r="http://schemas.openxmlformats.org/officeDocument/2006/relationships" id="2147483657" r:id="Rca854fc7ed2044be"/>
    <p:sldLayoutId xmlns:r="http://schemas.openxmlformats.org/officeDocument/2006/relationships" id="2147483658" r:id="Re740aa186fde4f52"/>
    <p:sldLayoutId xmlns:r="http://schemas.openxmlformats.org/officeDocument/2006/relationships" id="2147483659" r:id="R2570fcfcad604b68"/>
  </p:sldLayoutIdLst>
</p:sldMaster>
</file>

<file path=ppt/slideMasters/slideMaster4.xml><?xml version="1.0" encoding="utf-8"?>
<p:sldMaster xmlns:p="http://schemas.openxmlformats.org/presentationml/2006/main">
  <p:cSld name="SEARULEA Fillable / Pearl"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dd6e8331994cdc"/>
          <a:stretch xmlns:a="http://schemas.openxmlformats.org/drawingml/2006/main"/>
        </p:blipFill>
        <p:spPr>
          <a:xfrm xmlns:a="http://schemas.openxmlformats.org/drawingml/2006/main">
            <a:off x="12544425" y="487124"/>
            <a:ext cx="419100" cy="302101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2cebac9f31d24b37"/>
    <p:sldLayoutId xmlns:r="http://schemas.openxmlformats.org/officeDocument/2006/relationships" id="2147483662" r:id="Rdd5c4e2d4b104887"/>
    <p:sldLayoutId xmlns:r="http://schemas.openxmlformats.org/officeDocument/2006/relationships" id="2147483663" r:id="Rdc1e8fcb29c04aec"/>
    <p:sldLayoutId xmlns:r="http://schemas.openxmlformats.org/officeDocument/2006/relationships" id="2147483664" r:id="R97b52bf351f4410f"/>
    <p:sldLayoutId xmlns:r="http://schemas.openxmlformats.org/officeDocument/2006/relationships" id="2147483665" r:id="R1a3fefb390f54182"/>
    <p:sldLayoutId xmlns:r="http://schemas.openxmlformats.org/officeDocument/2006/relationships" id="2147483666" r:id="Rea545a6b98f24f64"/>
    <p:sldLayoutId xmlns:r="http://schemas.openxmlformats.org/officeDocument/2006/relationships" id="2147483667" r:id="Re4fbb7b2f4cc407e"/>
    <p:sldLayoutId xmlns:r="http://schemas.openxmlformats.org/officeDocument/2006/relationships" id="2147483668" r:id="R070854386520453c"/>
    <p:sldLayoutId xmlns:r="http://schemas.openxmlformats.org/officeDocument/2006/relationships" id="2147483669" r:id="R485f26435ff34621"/>
    <p:sldLayoutId xmlns:r="http://schemas.openxmlformats.org/officeDocument/2006/relationships" id="2147483670" r:id="Rb9f7fa0762934b9e"/>
    <p:sldLayoutId xmlns:r="http://schemas.openxmlformats.org/officeDocument/2006/relationships" id="2147483671" r:id="R4df9507d87ec4c21"/>
    <p:sldLayoutId xmlns:r="http://schemas.openxmlformats.org/officeDocument/2006/relationships" id="2147483672" r:id="R5725014f4fc74aa7"/>
    <p:sldLayoutId xmlns:r="http://schemas.openxmlformats.org/officeDocument/2006/relationships" id="2147483673" r:id="Rd1bf192e27554160"/>
    <p:sldLayoutId xmlns:r="http://schemas.openxmlformats.org/officeDocument/2006/relationships" id="2147483674" r:id="R17cd94de81e64d78"/>
    <p:sldLayoutId xmlns:r="http://schemas.openxmlformats.org/officeDocument/2006/relationships" id="2147483675" r:id="Rf0c86f8cd82b4eaa"/>
  </p:sldLayoutIdLst>
</p:sldMaster>
</file>

<file path=ppt/slideMasters/slideMaster5.xml><?xml version="1.0" encoding="utf-8"?>
<p:sldMaster xmlns:p="http://schemas.openxmlformats.org/presentationml/2006/main">
  <p:cSld name="SEARULEA Fillable / Sea Foam">
    <p:bg>
      <p:bgPr>
        <a:solidFill xmlns:a="http://schemas.openxmlformats.org/drawingml/2006/main">
          <a:srgbClr val="D0E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5f83cdb3d34469"/>
          <a:stretch xmlns:a="http://schemas.openxmlformats.org/drawingml/2006/main"/>
        </p:blipFill>
        <p:spPr>
          <a:xfrm xmlns:a="http://schemas.openxmlformats.org/drawingml/2006/main">
            <a:off x="12544425" y="487124"/>
            <a:ext cx="419100" cy="302101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7" r:id="Ra9fa74256ac844c5"/>
    <p:sldLayoutId xmlns:r="http://schemas.openxmlformats.org/officeDocument/2006/relationships" id="2147483678" r:id="R435c281bd0be4d61"/>
  </p:sldLayoutIdLst>
</p:sldMaster>
</file>

<file path=ppt/slideMasters/slideMaster6.xml><?xml version="1.0" encoding="utf-8"?>
<p:sldMaster xmlns:p="http://schemas.openxmlformats.org/presentationml/2006/main">
  <p:cSld name="SEARULEA Fillable / Shore">
    <p:bg>
      <p:bgPr>
        <a:solidFill xmlns:a="http://schemas.openxmlformats.org/drawingml/2006/main">
          <a:srgbClr val="EFE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446a5238064062"/>
          <a:stretch xmlns:a="http://schemas.openxmlformats.org/drawingml/2006/main"/>
        </p:blipFill>
        <p:spPr>
          <a:xfrm xmlns:a="http://schemas.openxmlformats.org/drawingml/2006/main">
            <a:off x="12544425" y="487124"/>
            <a:ext cx="419100" cy="302101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80" r:id="R8db5fc356e2b449e"/>
    <p:sldLayoutId xmlns:r="http://schemas.openxmlformats.org/officeDocument/2006/relationships" id="2147483681" r:id="R3e92805694724134"/>
    <p:sldLayoutId xmlns:r="http://schemas.openxmlformats.org/officeDocument/2006/relationships" id="2147483682" r:id="R37999f12a01c4f09"/>
  </p:sldLayoutIdLst>
</p:sldMaster>
</file>

<file path=ppt/slideMasters/theme/theme2.xml><?xml version="1.0" encoding="utf-8"?>
<a:theme xmlns:a="http://schemas.openxmlformats.org/drawingml/2006/main" name="ChatGPT">
  <a:themeElements>
    <a:clrScheme name="SEARULEA 2026">
      <a:dk1>
        <a:srgbClr val="04293A"/>
      </a:dk1>
      <a:lt1>
        <a:srgbClr val="FFFFFF"/>
      </a:lt1>
      <a:dk2>
        <a:srgbClr val="074154"/>
      </a:dk2>
      <a:lt2>
        <a:srgbClr val="FBF9F4"/>
      </a:lt2>
      <a:accent1>
        <a:srgbClr val="074154"/>
      </a:accent1>
      <a:accent2>
        <a:srgbClr val="0A6887"/>
      </a:accent2>
      <a:accent3>
        <a:srgbClr val="0C7190"/>
      </a:accent3>
      <a:accent4>
        <a:srgbClr val="D0E7ED"/>
      </a:accent4>
      <a:accent5>
        <a:srgbClr val="EFE8D8"/>
      </a:accent5>
      <a:accent6>
        <a:srgbClr val="D98E2B"/>
      </a:accent6>
      <a:hlink>
        <a:srgbClr val="0A6887"/>
      </a:hlink>
      <a:folHlink>
        <a:srgbClr val="0C719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EARULEA 2026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SEARULEA 2026">
      <a:dk1>
        <a:srgbClr val="04293A"/>
      </a:dk1>
      <a:lt1>
        <a:srgbClr val="FFFFFF"/>
      </a:lt1>
      <a:dk2>
        <a:srgbClr val="074154"/>
      </a:dk2>
      <a:lt2>
        <a:srgbClr val="FBF9F4"/>
      </a:lt2>
      <a:accent1>
        <a:srgbClr val="074154"/>
      </a:accent1>
      <a:accent2>
        <a:srgbClr val="0A6887"/>
      </a:accent2>
      <a:accent3>
        <a:srgbClr val="0C7190"/>
      </a:accent3>
      <a:accent4>
        <a:srgbClr val="D0E7ED"/>
      </a:accent4>
      <a:accent5>
        <a:srgbClr val="EFE8D8"/>
      </a:accent5>
      <a:accent6>
        <a:srgbClr val="D98E2B"/>
      </a:accent6>
      <a:hlink>
        <a:srgbClr val="0A6887"/>
      </a:hlink>
      <a:folHlink>
        <a:srgbClr val="0C719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EARULEA 2026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ChatGPT">
  <a:themeElements>
    <a:clrScheme name="SEARULEA 2026">
      <a:dk1>
        <a:srgbClr val="04293A"/>
      </a:dk1>
      <a:lt1>
        <a:srgbClr val="FFFFFF"/>
      </a:lt1>
      <a:dk2>
        <a:srgbClr val="074154"/>
      </a:dk2>
      <a:lt2>
        <a:srgbClr val="FBF9F4"/>
      </a:lt2>
      <a:accent1>
        <a:srgbClr val="074154"/>
      </a:accent1>
      <a:accent2>
        <a:srgbClr val="0A6887"/>
      </a:accent2>
      <a:accent3>
        <a:srgbClr val="0C7190"/>
      </a:accent3>
      <a:accent4>
        <a:srgbClr val="D0E7ED"/>
      </a:accent4>
      <a:accent5>
        <a:srgbClr val="EFE8D8"/>
      </a:accent5>
      <a:accent6>
        <a:srgbClr val="D98E2B"/>
      </a:accent6>
      <a:hlink>
        <a:srgbClr val="0A6887"/>
      </a:hlink>
      <a:folHlink>
        <a:srgbClr val="0C719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EARULEA 2026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ChatGPT">
  <a:themeElements>
    <a:clrScheme name="SEARULEA 2026">
      <a:dk1>
        <a:srgbClr val="04293A"/>
      </a:dk1>
      <a:lt1>
        <a:srgbClr val="FFFFFF"/>
      </a:lt1>
      <a:dk2>
        <a:srgbClr val="074154"/>
      </a:dk2>
      <a:lt2>
        <a:srgbClr val="FBF9F4"/>
      </a:lt2>
      <a:accent1>
        <a:srgbClr val="074154"/>
      </a:accent1>
      <a:accent2>
        <a:srgbClr val="0A6887"/>
      </a:accent2>
      <a:accent3>
        <a:srgbClr val="0C7190"/>
      </a:accent3>
      <a:accent4>
        <a:srgbClr val="D0E7ED"/>
      </a:accent4>
      <a:accent5>
        <a:srgbClr val="EFE8D8"/>
      </a:accent5>
      <a:accent6>
        <a:srgbClr val="D98E2B"/>
      </a:accent6>
      <a:hlink>
        <a:srgbClr val="0A6887"/>
      </a:hlink>
      <a:folHlink>
        <a:srgbClr val="0C719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EARULEA 2026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6.xml><?xml version="1.0" encoding="utf-8"?>
<a:theme xmlns:a="http://schemas.openxmlformats.org/drawingml/2006/main" name="ChatGPT">
  <a:themeElements>
    <a:clrScheme name="SEARULEA 2026">
      <a:dk1>
        <a:srgbClr val="04293A"/>
      </a:dk1>
      <a:lt1>
        <a:srgbClr val="FFFFFF"/>
      </a:lt1>
      <a:dk2>
        <a:srgbClr val="074154"/>
      </a:dk2>
      <a:lt2>
        <a:srgbClr val="FBF9F4"/>
      </a:lt2>
      <a:accent1>
        <a:srgbClr val="074154"/>
      </a:accent1>
      <a:accent2>
        <a:srgbClr val="0A6887"/>
      </a:accent2>
      <a:accent3>
        <a:srgbClr val="0C7190"/>
      </a:accent3>
      <a:accent4>
        <a:srgbClr val="D0E7ED"/>
      </a:accent4>
      <a:accent5>
        <a:srgbClr val="EFE8D8"/>
      </a:accent5>
      <a:accent6>
        <a:srgbClr val="D98E2B"/>
      </a:accent6>
      <a:hlink>
        <a:srgbClr val="0A6887"/>
      </a:hlink>
      <a:folHlink>
        <a:srgbClr val="0C719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EARULEA 2026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7.xml><?xml version="1.0" encoding="utf-8"?>
<a:theme xmlns:a="http://schemas.openxmlformats.org/drawingml/2006/main" name="ChatGPT">
  <a:themeElements>
    <a:clrScheme name="SEARULEA 2026">
      <a:dk1>
        <a:srgbClr val="04293A"/>
      </a:dk1>
      <a:lt1>
        <a:srgbClr val="FFFFFF"/>
      </a:lt1>
      <a:dk2>
        <a:srgbClr val="074154"/>
      </a:dk2>
      <a:lt2>
        <a:srgbClr val="FBF9F4"/>
      </a:lt2>
      <a:accent1>
        <a:srgbClr val="074154"/>
      </a:accent1>
      <a:accent2>
        <a:srgbClr val="0A6887"/>
      </a:accent2>
      <a:accent3>
        <a:srgbClr val="0C7190"/>
      </a:accent3>
      <a:accent4>
        <a:srgbClr val="D0E7ED"/>
      </a:accent4>
      <a:accent5>
        <a:srgbClr val="EFE8D8"/>
      </a:accent5>
      <a:accent6>
        <a:srgbClr val="D98E2B"/>
      </a:accent6>
      <a:hlink>
        <a:srgbClr val="0A6887"/>
      </a:hlink>
      <a:folHlink>
        <a:srgbClr val="0C719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EARULEA 2026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824b58e77e794fed" /><Relationship Type="http://schemas.openxmlformats.org/officeDocument/2006/relationships/notesSlide" Target="/ppt/notesSlides/notesSlide1.xml" Id="R06d0629a1ec84f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3ff4bfa204114117" /><Relationship Type="http://schemas.openxmlformats.org/officeDocument/2006/relationships/notesSlide" Target="/ppt/notesSlides/notesSlide2.xml" Id="Rad71276c761b44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09bff042f78a4eee" /><Relationship Type="http://schemas.openxmlformats.org/officeDocument/2006/relationships/image" Target="/ppt/media/image5.png" Id="R8f6fdfe731cd417c" /><Relationship Type="http://schemas.openxmlformats.org/officeDocument/2006/relationships/image" Target="/ppt/media/image6.png" Id="R0f52db6125294769" /><Relationship Type="http://schemas.openxmlformats.org/officeDocument/2006/relationships/notesSlide" Target="/ppt/notesSlides/notesSlide3.xml" Id="Reca33eab131a42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9921e614d55e412c" /><Relationship Type="http://schemas.openxmlformats.org/officeDocument/2006/relationships/image" Target="/ppt/media/image7.png" Id="R04f490745b184d93" /><Relationship Type="http://schemas.openxmlformats.org/officeDocument/2006/relationships/image" Target="/ppt/media/image8.png" Id="Rcdb399f82fd8407e" /><Relationship Type="http://schemas.openxmlformats.org/officeDocument/2006/relationships/notesSlide" Target="/ppt/notesSlides/notesSlide4.xml" Id="R9b377c4a1cc44a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5195a418a4b8f" /><Relationship Type="http://schemas.openxmlformats.org/officeDocument/2006/relationships/image" Target="/ppt/media/image.jpeg" Id="Rf6ba980feb63461c" /><Relationship Type="http://schemas.openxmlformats.org/officeDocument/2006/relationships/image" Target="/ppt/media/image9.png" Id="R3c65c348f6724159" /><Relationship Type="http://schemas.openxmlformats.org/officeDocument/2006/relationships/notesSlide" Target="/ppt/notesSlides/notesSlide5.xml" Id="R5c69f0e8b37341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a8d343f90438f" /><Relationship Type="http://schemas.openxmlformats.org/officeDocument/2006/relationships/image" Target="/ppt/media/image10.png" Id="R06fa7f34112d479f" /><Relationship Type="http://schemas.openxmlformats.org/officeDocument/2006/relationships/image" Target="/ppt/media/image11.png" Id="R564f998977e0455c" /><Relationship Type="http://schemas.openxmlformats.org/officeDocument/2006/relationships/notesSlide" Target="/ppt/notesSlides/notesSlide6.xml" Id="Rba0525ee20744f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12054acded924684" /><Relationship Type="http://schemas.openxmlformats.org/officeDocument/2006/relationships/notesSlide" Target="/ppt/notesSlides/notesSlide7.xml" Id="Rd11a4c169f984f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f0573c7e25634040" /><Relationship Type="http://schemas.openxmlformats.org/officeDocument/2006/relationships/notesSlide" Target="/ppt/notesSlides/notesSlide8.xml" Id="R1225aa7d23df45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c05cd4cc287a481d" /><Relationship Type="http://schemas.openxmlformats.org/officeDocument/2006/relationships/notesSlide" Target="/ppt/notesSlides/notesSlide9.xml" Id="R02fd99c8753f40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e4b4a03e494fce" /><Relationship Type="http://schemas.openxmlformats.org/officeDocument/2006/relationships/notesSlide" Target="/ppt/notesSlides/notesSlide10.xml" Id="R2ce7ae355ce0471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474ec654841de" /><Relationship Type="http://schemas.openxmlformats.org/officeDocument/2006/relationships/image" Target="/ppt/media/image2.jpeg" Id="R70ee177171b04612" /><Relationship Type="http://schemas.openxmlformats.org/officeDocument/2006/relationships/image" Target="/ppt/media/image12.png" Id="R0f92f07fb8ce4a9b" /><Relationship Type="http://schemas.openxmlformats.org/officeDocument/2006/relationships/notesSlide" Target="/ppt/notesSlides/notesSlide11.xml" Id="Rcb5b1049b69e49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4f963bf364465" /><Relationship Type="http://schemas.openxmlformats.org/officeDocument/2006/relationships/image" Target="/ppt/media/image13.png" Id="R186f3c95886d4aff" /><Relationship Type="http://schemas.openxmlformats.org/officeDocument/2006/relationships/notesSlide" Target="/ppt/notesSlides/notesSlide12.xml" Id="R27430126eae141c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8.xml" Id="Rb3ceae9c4bed443e" /><Relationship Type="http://schemas.openxmlformats.org/officeDocument/2006/relationships/image" Target="/ppt/media/image14.png" Id="R36f1144bda994e35" /><Relationship Type="http://schemas.openxmlformats.org/officeDocument/2006/relationships/notesSlide" Target="/ppt/notesSlides/notesSlide13.xml" Id="R311c18e880db433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096cbdc2d6ff4967" /><Relationship Type="http://schemas.openxmlformats.org/officeDocument/2006/relationships/notesSlide" Target="/ppt/notesSlides/notesSlide14.xml" Id="Re1ea5a82120c4bc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7d72508ab2034496" /><Relationship Type="http://schemas.openxmlformats.org/officeDocument/2006/relationships/notesSlide" Target="/ppt/notesSlides/notesSlide15.xml" Id="R0ef1f5392dce4a6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1a776675b0ab45ae" /><Relationship Type="http://schemas.openxmlformats.org/officeDocument/2006/relationships/notesSlide" Target="/ppt/notesSlides/notesSlide16.xml" Id="R814946dfa4434f8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2d868ccf8ea34ed0" /><Relationship Type="http://schemas.openxmlformats.org/officeDocument/2006/relationships/notesSlide" Target="/ppt/notesSlides/notesSlide17.xml" Id="R32d54f78499e424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4ad6cbcc905947de" /><Relationship Type="http://schemas.openxmlformats.org/officeDocument/2006/relationships/notesSlide" Target="/ppt/notesSlides/notesSlide18.xml" Id="R239fcc29b490445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71ab34410b8e4bf9" /><Relationship Type="http://schemas.openxmlformats.org/officeDocument/2006/relationships/image" Target="/ppt/media/image3.jpeg" Id="R07f8c02cf407485d" /><Relationship Type="http://schemas.openxmlformats.org/officeDocument/2006/relationships/notesSlide" Target="/ppt/notesSlides/notesSlide19.xml" Id="Rd5abcb03247d47b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9.xml" Id="Rcff5e4d8ffb7460b" /><Relationship Type="http://schemas.openxmlformats.org/officeDocument/2006/relationships/image" Target="/ppt/media/image4.jpeg" Id="R215b2a62e7d54f4b" /><Relationship Type="http://schemas.openxmlformats.org/officeDocument/2006/relationships/notesSlide" Target="/ppt/notesSlides/notesSlide20.xml" Id="Ra35940bbecd84b8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2c59ca11e4a00" /><Relationship Type="http://schemas.openxmlformats.org/officeDocument/2006/relationships/image" Target="/ppt/media/image5.jpeg" Id="Rf225fe2849634ad8" /><Relationship Type="http://schemas.openxmlformats.org/officeDocument/2006/relationships/image" Target="/ppt/media/image15.png" Id="Rf7035cc1faec431f" /><Relationship Type="http://schemas.openxmlformats.org/officeDocument/2006/relationships/notesSlide" Target="/ppt/notesSlides/notesSlide21.xml" Id="R636dda83068b408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ff1981cc440f45db" /><Relationship Type="http://schemas.openxmlformats.org/officeDocument/2006/relationships/image" Target="/ppt/media/image6.jpeg" Id="Rcd95fa20e3134d55" /><Relationship Type="http://schemas.openxmlformats.org/officeDocument/2006/relationships/notesSlide" Target="/ppt/notesSlides/notesSlide22.xml" Id="R1babd13a8edb4d7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2d666b777160478c" /><Relationship Type="http://schemas.openxmlformats.org/officeDocument/2006/relationships/image" Target="/ppt/media/image7.jpeg" Id="R9f47d9d05a1246c2" /><Relationship Type="http://schemas.openxmlformats.org/officeDocument/2006/relationships/image" Target="/ppt/media/image8.jpeg" Id="R3a1b0c9d912c4e0d" /><Relationship Type="http://schemas.openxmlformats.org/officeDocument/2006/relationships/notesSlide" Target="/ppt/notesSlides/notesSlide23.xml" Id="R09aa103d5b6641e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041c642fa4d43" /><Relationship Type="http://schemas.openxmlformats.org/officeDocument/2006/relationships/image" Target="/ppt/media/image9.jpeg" Id="R6b44136072874fa4" /><Relationship Type="http://schemas.openxmlformats.org/officeDocument/2006/relationships/image" Target="/ppt/media/image16.png" Id="Rffc0118dc3eb4688" /><Relationship Type="http://schemas.openxmlformats.org/officeDocument/2006/relationships/notesSlide" Target="/ppt/notesSlides/notesSlide24.xml" Id="R682ecd8ed820442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8.xml" Id="R830bf96042564629" /><Relationship Type="http://schemas.openxmlformats.org/officeDocument/2006/relationships/notesSlide" Target="/ppt/notesSlides/notesSlide25.xml" Id="Rab88bdb4b34240a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8.xml" Id="R93f975c1a0d74e06" /><Relationship Type="http://schemas.openxmlformats.org/officeDocument/2006/relationships/notesSlide" Target="/ppt/notesSlides/notesSlide26.xml" Id="R0bb7ddfaa8994d9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0ed9e2226335463b" /><Relationship Type="http://schemas.openxmlformats.org/officeDocument/2006/relationships/notesSlide" Target="/ppt/notesSlides/notesSlide27.xml" Id="Rdbb1dbaf6dba4b1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8.xml" Id="Rf049255e04eb4c13" /><Relationship Type="http://schemas.openxmlformats.org/officeDocument/2006/relationships/image" Target="/ppt/media/image10.jpeg" Id="Rf904dc7f3e31460d" /><Relationship Type="http://schemas.openxmlformats.org/officeDocument/2006/relationships/notesSlide" Target="/ppt/notesSlides/notesSlide28.xml" Id="Rf6af0c071ea2450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e4e31c7ceb87407c" /><Relationship Type="http://schemas.openxmlformats.org/officeDocument/2006/relationships/notesSlide" Target="/ppt/notesSlides/notesSlide29.xml" Id="R6d68e7f3cd5240d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3b5cd9abdaf546e1" /><Relationship Type="http://schemas.openxmlformats.org/officeDocument/2006/relationships/notesSlide" Target="/ppt/notesSlides/notesSlide30.xml" Id="R2a76e2a25fff4bf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ed41de63c23d4af8" /><Relationship Type="http://schemas.openxmlformats.org/officeDocument/2006/relationships/notesSlide" Target="/ppt/notesSlides/notesSlide31.xml" Id="R5dc7cbb017c7444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0850a6efa2944401" /><Relationship Type="http://schemas.openxmlformats.org/officeDocument/2006/relationships/notesSlide" Target="/ppt/notesSlides/notesSlide32.xml" Id="R55bf0024f5d24b9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9b80f697652948ea" /><Relationship Type="http://schemas.openxmlformats.org/officeDocument/2006/relationships/notesSlide" Target="/ppt/notesSlides/notesSlide33.xml" Id="Rb1bcca359dea4da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6abdebed9d5f43c0" /><Relationship Type="http://schemas.openxmlformats.org/officeDocument/2006/relationships/chart" Target="/ppt/slides/charts/chart1.xml" Id="R619b4b293388409b" /><Relationship Type="http://schemas.openxmlformats.org/officeDocument/2006/relationships/notesSlide" Target="/ppt/notesSlides/notesSlide34.xml" Id="Rf61989c8d6db499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866cc60a47c04c73" /><Relationship Type="http://schemas.openxmlformats.org/officeDocument/2006/relationships/chart" Target="/ppt/slides/charts/chart2.xml" Id="Re2bae5683acd4e5a" /><Relationship Type="http://schemas.openxmlformats.org/officeDocument/2006/relationships/notesSlide" Target="/ppt/notesSlides/notesSlide35.xml" Id="R02c087240b88477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4ac7d77d7ca54a9e" /><Relationship Type="http://schemas.openxmlformats.org/officeDocument/2006/relationships/chart" Target="/ppt/slides/charts/chart3.xml" Id="R9b9a3014ebff417b" /><Relationship Type="http://schemas.openxmlformats.org/officeDocument/2006/relationships/notesSlide" Target="/ppt/notesSlides/notesSlide36.xml" Id="R63606e24a06646a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9cbbdfd64cf946ba" /><Relationship Type="http://schemas.openxmlformats.org/officeDocument/2006/relationships/chart" Target="/ppt/slides/charts/chart4.xml" Id="R9185c25553ec48ad" /><Relationship Type="http://schemas.openxmlformats.org/officeDocument/2006/relationships/notesSlide" Target="/ppt/notesSlides/notesSlide37.xml" Id="R11d32c0d249d43b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195c643e302743e2" /><Relationship Type="http://schemas.openxmlformats.org/officeDocument/2006/relationships/chart" Target="/ppt/slides/charts/chart5.xml" Id="Rc843bc53a9fb4816" /><Relationship Type="http://schemas.openxmlformats.org/officeDocument/2006/relationships/notesSlide" Target="/ppt/notesSlides/notesSlide38.xml" Id="Rba0d7162015e40a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964bc4783aa14fd2" /><Relationship Type="http://schemas.openxmlformats.org/officeDocument/2006/relationships/chart" Target="/ppt/slides/charts/chart6.xml" Id="Rf51622b218b4491d" /><Relationship Type="http://schemas.openxmlformats.org/officeDocument/2006/relationships/notesSlide" Target="/ppt/notesSlides/notesSlide39.xml" Id="R384384b3331d4fa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a795b1dfa7274cfd" /><Relationship Type="http://schemas.openxmlformats.org/officeDocument/2006/relationships/notesSlide" Target="/ppt/notesSlides/notesSlide40.xml" Id="R5bccdd5cfe1c4c0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4e88fbb9148a49b1" /><Relationship Type="http://schemas.openxmlformats.org/officeDocument/2006/relationships/notesSlide" Target="/ppt/notesSlides/notesSlide41.xml" Id="R2c33528b2831420b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03460df03b724d45" /><Relationship Type="http://schemas.openxmlformats.org/officeDocument/2006/relationships/notesSlide" Target="/ppt/notesSlides/notesSlide42.xml" Id="R2c6967d5a9e048e6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7281d6080b384de8" /><Relationship Type="http://schemas.openxmlformats.org/officeDocument/2006/relationships/notesSlide" Target="/ppt/notesSlides/notesSlide43.xml" Id="Re6bbce8d14974f0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9ae87fa995ea4c0d" /><Relationship Type="http://schemas.openxmlformats.org/officeDocument/2006/relationships/notesSlide" Target="/ppt/notesSlides/notesSlide44.xml" Id="Ra810824041cf4476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326c73238c034b9a" /><Relationship Type="http://schemas.openxmlformats.org/officeDocument/2006/relationships/notesSlide" Target="/ppt/notesSlides/notesSlide45.xml" Id="R021ec5e77fa0491b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c94bcda0e22e4b82" /><Relationship Type="http://schemas.openxmlformats.org/officeDocument/2006/relationships/notesSlide" Target="/ppt/notesSlides/notesSlide46.xml" Id="R6cf3d97bdfa149e6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9.xml" Id="R6aa17bf2893d4d52" /><Relationship Type="http://schemas.openxmlformats.org/officeDocument/2006/relationships/notesSlide" Target="/ppt/notesSlides/notesSlide47.xml" Id="R4b9be13d20c947e8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9.xml" Id="R36738c89c42a47e6" /><Relationship Type="http://schemas.openxmlformats.org/officeDocument/2006/relationships/notesSlide" Target="/ppt/notesSlides/notesSlide48.xml" Id="R2ef6e3e72296496d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9.xml" Id="R120f9f2844904817" /><Relationship Type="http://schemas.openxmlformats.org/officeDocument/2006/relationships/notesSlide" Target="/ppt/notesSlides/notesSlide49.xml" Id="R8734f529e87b4bee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9.xml" Id="R15b4782811954cc9" /><Relationship Type="http://schemas.openxmlformats.org/officeDocument/2006/relationships/notesSlide" Target="/ppt/notesSlides/notesSlide50.xml" Id="R2d8b75818b014e84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9.xml" Id="R02359b1944964859" /><Relationship Type="http://schemas.openxmlformats.org/officeDocument/2006/relationships/image" Target="/ppt/media/image11.jpeg" Id="R2ba505c3bc724b8f" /><Relationship Type="http://schemas.openxmlformats.org/officeDocument/2006/relationships/notesSlide" Target="/ppt/notesSlides/notesSlide51.xml" Id="R90f741d71ae848b3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f0677c5b82964b8f" /><Relationship Type="http://schemas.openxmlformats.org/officeDocument/2006/relationships/image" Target="/ppt/media/image12.jpeg" Id="Rebd8a923a51944e4" /><Relationship Type="http://schemas.openxmlformats.org/officeDocument/2006/relationships/image" Target="/ppt/media/image13.jpeg" Id="R5e03244a58734255" /><Relationship Type="http://schemas.openxmlformats.org/officeDocument/2006/relationships/image" Target="/ppt/media/image14.jpeg" Id="R1f7a1d7f60c249a8" /><Relationship Type="http://schemas.openxmlformats.org/officeDocument/2006/relationships/notesSlide" Target="/ppt/notesSlides/notesSlide52.xml" Id="Rf733015225de4cf3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721f080c4b5c498b" /><Relationship Type="http://schemas.openxmlformats.org/officeDocument/2006/relationships/image" Target="/ppt/media/image15.jpeg" Id="Rce3f5adc97fa4725" /><Relationship Type="http://schemas.openxmlformats.org/officeDocument/2006/relationships/image" Target="/ppt/media/image16.jpeg" Id="Rd1c2f3b94f384e62" /><Relationship Type="http://schemas.openxmlformats.org/officeDocument/2006/relationships/image" Target="/ppt/media/image17.jpeg" Id="R8b52bddea5014424" /><Relationship Type="http://schemas.openxmlformats.org/officeDocument/2006/relationships/image" Target="/ppt/media/image18.jpeg" Id="R2f1cfc2941564891" /><Relationship Type="http://schemas.openxmlformats.org/officeDocument/2006/relationships/notesSlide" Target="/ppt/notesSlides/notesSlide53.xml" Id="R77750477b0884dec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9c2332b6e743417c" /><Relationship Type="http://schemas.openxmlformats.org/officeDocument/2006/relationships/notesSlide" Target="/ppt/notesSlides/notesSlide54.xml" Id="R88eb10980ab548b6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08b7d8e7e9e14ae6" /><Relationship Type="http://schemas.openxmlformats.org/officeDocument/2006/relationships/notesSlide" Target="/ppt/notesSlides/notesSlide55.xml" Id="R8a6060895d08478a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321a89e574b6b" /><Relationship Type="http://schemas.openxmlformats.org/officeDocument/2006/relationships/image" Target="/ppt/media/image17.png" Id="Rb40fe360459f4334" /><Relationship Type="http://schemas.openxmlformats.org/officeDocument/2006/relationships/image" Target="/ppt/media/image18.png" Id="Rb605a85c073a4429" /><Relationship Type="http://schemas.openxmlformats.org/officeDocument/2006/relationships/notesSlide" Target="/ppt/notesSlides/notesSlide56.xml" Id="R8128dd97afe94082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1b811cfe16604828" /><Relationship Type="http://schemas.openxmlformats.org/officeDocument/2006/relationships/notesSlide" Target="/ppt/notesSlides/notesSlide57.xml" Id="R638fa5eb892e479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Series 1</c:v>
          </c:tx>
          <c:spPr>
            <a:solidFill xmlns:a="http://schemas.openxmlformats.org/drawingml/2006/main">
              <a:srgbClr val="0A6887"/>
            </a:solidFill>
          </c:spPr>
          <c:cat>
            <c:strLit>
              <c:ptCount val="4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</c:strLit>
          </c:cat>
          <c:val>
            <c:numLit>
              <c:formatCode>General</c:formatCode>
              <c:ptCount val="4"/>
              <c:pt idx="0">
                <c:v>42</c:v>
              </c:pt>
              <c:pt idx="1">
                <c:v>67</c:v>
              </c:pt>
              <c:pt idx="2">
                <c:v>54</c:v>
              </c:pt>
              <c:pt idx="3">
                <c:v>78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07415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9CD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E59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7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9CD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E5966"/>
                </a:solidFill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Series 1</c:v>
          </c:tx>
          <c:spPr>
            <a:solidFill xmlns:a="http://schemas.openxmlformats.org/drawingml/2006/main">
              <a:srgbClr val="0A6887"/>
            </a:solidFill>
          </c:spPr>
          <c:cat>
            <c:strLit>
              <c:ptCount val="4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</c:strLit>
          </c:cat>
          <c:val>
            <c:numLit>
              <c:formatCode>General</c:formatCode>
              <c:ptCount val="4"/>
              <c:pt idx="0">
                <c:v>36</c:v>
              </c:pt>
              <c:pt idx="1">
                <c:v>58</c:v>
              </c:pt>
              <c:pt idx="2">
                <c:v>73</c:v>
              </c:pt>
              <c:pt idx="3">
                <c:v>64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07415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7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E59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E59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Series 1</c:v>
          </c:tx>
          <c:spPr>
            <a:ln xmlns:a="http://schemas.openxmlformats.org/drawingml/2006/main" w="38100">
              <a:solidFill>
                <a:srgbClr val="0A6887"/>
              </a:solidFill>
              <a:prstDash val="solid"/>
            </a:ln>
          </c:spPr>
          <c:marker>
            <c:symbol val="circle"/>
            <c:size val="8"/>
          </c:marker>
          <c:cat>
            <c:strLit>
              <c:ptCount val="6"/>
              <c:pt idx="0">
                <c:v>P1</c:v>
              </c:pt>
              <c:pt idx="1">
                <c:v>P2</c:v>
              </c:pt>
              <c:pt idx="2">
                <c:v>P3</c:v>
              </c:pt>
              <c:pt idx="3">
                <c:v>P4</c:v>
              </c:pt>
              <c:pt idx="4">
                <c:v>P5</c:v>
              </c:pt>
              <c:pt idx="5">
                <c:v>P6</c:v>
              </c:pt>
            </c:strLit>
          </c:cat>
          <c:val>
            <c:numLit>
              <c:formatCode>General</c:formatCode>
              <c:ptCount val="6"/>
              <c:pt idx="0">
                <c:v>28</c:v>
              </c:pt>
              <c:pt idx="1">
                <c:v>36</c:v>
              </c:pt>
              <c:pt idx="2">
                <c:v>44</c:v>
              </c:pt>
              <c:pt idx="3">
                <c:v>57</c:v>
              </c:pt>
              <c:pt idx="4">
                <c:v>63</c:v>
              </c:pt>
              <c:pt idx="5">
                <c:v>76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9CD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E59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7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9CD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E5966"/>
                </a:solidFill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Series 1</c:v>
          </c:tx>
          <c:spPr>
            <a:ln xmlns:a="http://schemas.openxmlformats.org/drawingml/2006/main" w="38100">
              <a:solidFill>
                <a:srgbClr val="0A6887"/>
              </a:solidFill>
              <a:prstDash val="solid"/>
            </a:ln>
          </c:spPr>
          <c:marker>
            <c:symbol val="circle"/>
            <c:size val="8"/>
          </c:marker>
          <c:cat>
            <c:strLit>
              <c:ptCount val="6"/>
              <c:pt idx="0">
                <c:v>P1</c:v>
              </c:pt>
              <c:pt idx="1">
                <c:v>P2</c:v>
              </c:pt>
              <c:pt idx="2">
                <c:v>P3</c:v>
              </c:pt>
              <c:pt idx="3">
                <c:v>P4</c:v>
              </c:pt>
              <c:pt idx="4">
                <c:v>P5</c:v>
              </c:pt>
              <c:pt idx="5">
                <c:v>P6</c:v>
              </c:pt>
            </c:strLit>
          </c:cat>
          <c:val>
            <c:numLit>
              <c:formatCode>General</c:formatCode>
              <c:ptCount val="6"/>
              <c:pt idx="0">
                <c:v>26</c:v>
              </c:pt>
              <c:pt idx="1">
                <c:v>34</c:v>
              </c:pt>
              <c:pt idx="2">
                <c:v>49</c:v>
              </c:pt>
              <c:pt idx="3">
                <c:v>53</c:v>
              </c:pt>
              <c:pt idx="4">
                <c:v>67</c:v>
              </c:pt>
              <c:pt idx="5">
                <c:v>74</c:v>
              </c:pt>
            </c:numLit>
          </c:val>
        </c:ser>
        <c:ser>
          <c:idx val="1"/>
          <c:order val="1"/>
          <c:tx>
            <c:v>Series 2</c:v>
          </c:tx>
          <c:spPr>
            <a:ln xmlns:a="http://schemas.openxmlformats.org/drawingml/2006/main" w="28575">
              <a:solidFill>
                <a:srgbClr val="D98E2B"/>
              </a:solidFill>
              <a:prstDash val="solid"/>
            </a:ln>
          </c:spPr>
          <c:marker>
            <c:symbol val="circle"/>
            <c:size val="7"/>
          </c:marker>
          <c:cat>
            <c:strLit>
              <c:ptCount val="6"/>
              <c:pt idx="0">
                <c:v>P1</c:v>
              </c:pt>
              <c:pt idx="1">
                <c:v>P2</c:v>
              </c:pt>
              <c:pt idx="2">
                <c:v>P3</c:v>
              </c:pt>
              <c:pt idx="3">
                <c:v>P4</c:v>
              </c:pt>
              <c:pt idx="4">
                <c:v>P5</c:v>
              </c:pt>
              <c:pt idx="5">
                <c:v>P6</c:v>
              </c:pt>
            </c:strLit>
          </c:cat>
          <c:val>
            <c:numLit>
              <c:formatCode>General</c:formatCode>
              <c:ptCount val="6"/>
              <c:pt idx="0">
                <c:v>18</c:v>
              </c:pt>
              <c:pt idx="1">
                <c:v>28</c:v>
              </c:pt>
              <c:pt idx="2">
                <c:v>35</c:v>
              </c:pt>
              <c:pt idx="3">
                <c:v>47</c:v>
              </c:pt>
              <c:pt idx="4">
                <c:v>52</c:v>
              </c:pt>
              <c:pt idx="5">
                <c:v>61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9CD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E59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7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9CD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E5966"/>
                </a:solidFill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3E5966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Series 1</c:v>
          </c:tx>
          <c:dPt>
            <c:idx val="0"/>
            <c:spPr>
              <a:solidFill xmlns:a="http://schemas.openxmlformats.org/drawingml/2006/main">
                <a:srgbClr val="074154"/>
              </a:solidFill>
            </c:spPr>
          </c:dPt>
          <c:dPt>
            <c:idx val="1"/>
            <c:spPr>
              <a:solidFill xmlns:a="http://schemas.openxmlformats.org/drawingml/2006/main">
                <a:srgbClr val="0A6887"/>
              </a:solidFill>
            </c:spPr>
          </c:dPt>
          <c:dPt>
            <c:idx val="2"/>
            <c:spPr>
              <a:solidFill xmlns:a="http://schemas.openxmlformats.org/drawingml/2006/main">
                <a:srgbClr val="D0E7ED"/>
              </a:solidFill>
            </c:spPr>
          </c:dPt>
          <c:cat>
            <c:strLit>
              <c:ptCount val="3"/>
              <c:pt idx="0">
                <c:v>Segment A</c:v>
              </c:pt>
              <c:pt idx="1">
                <c:v>Segment B</c:v>
              </c:pt>
              <c:pt idx="2">
                <c:v>Segment C</c:v>
              </c:pt>
            </c:strLit>
          </c:cat>
          <c:val>
            <c:numLit>
              <c:formatCode>General</c:formatCode>
              <c:ptCount val="3"/>
              <c:pt idx="0">
                <c:v>50</c:v>
              </c:pt>
              <c:pt idx="1">
                <c:v>30</c:v>
              </c:pt>
              <c:pt idx="2">
                <c:v>20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074154"/>
                  </a:solidFill>
                </a:defRPr>
              </a:pPr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0"/>
        </c:dLbls>
        <c:firstSliceAng val="270"/>
        <c:holeSize val="68"/>
      </c:doughnutChart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3E5966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Segment A</c:v>
          </c:tx>
          <c:spPr>
            <a:solidFill xmlns:a="http://schemas.openxmlformats.org/drawingml/2006/main">
              <a:srgbClr val="074154"/>
            </a:solidFill>
          </c:spPr>
          <c:cat>
            <c:strLit>
              <c:ptCount val="4"/>
              <c:pt idx="0">
                <c:v>P1</c:v>
              </c:pt>
              <c:pt idx="1">
                <c:v>P2</c:v>
              </c:pt>
              <c:pt idx="2">
                <c:v>P3</c:v>
              </c:pt>
              <c:pt idx="3">
                <c:v>P4</c:v>
              </c:pt>
            </c:strLit>
          </c:cat>
          <c:val>
            <c:numLit>
              <c:formatCode>0"%"</c:formatCode>
              <c:ptCount val="4"/>
              <c:pt idx="0">
                <c:v>45</c:v>
              </c:pt>
              <c:pt idx="1">
                <c:v>42</c:v>
              </c:pt>
              <c:pt idx="2">
                <c:v>38</c:v>
              </c:pt>
              <c:pt idx="3">
                <c:v>34</c:v>
              </c:pt>
            </c:numLit>
          </c:val>
        </c:ser>
        <c:ser>
          <c:idx val="1"/>
          <c:order val="1"/>
          <c:tx>
            <c:v>Segment B</c:v>
          </c:tx>
          <c:spPr>
            <a:solidFill xmlns:a="http://schemas.openxmlformats.org/drawingml/2006/main">
              <a:srgbClr val="0A6887"/>
            </a:solidFill>
          </c:spPr>
          <c:cat>
            <c:strLit>
              <c:ptCount val="4"/>
              <c:pt idx="0">
                <c:v>P1</c:v>
              </c:pt>
              <c:pt idx="1">
                <c:v>P2</c:v>
              </c:pt>
              <c:pt idx="2">
                <c:v>P3</c:v>
              </c:pt>
              <c:pt idx="3">
                <c:v>P4</c:v>
              </c:pt>
            </c:strLit>
          </c:cat>
          <c:val>
            <c:numLit>
              <c:formatCode>0"%"</c:formatCode>
              <c:ptCount val="4"/>
              <c:pt idx="0">
                <c:v>35</c:v>
              </c:pt>
              <c:pt idx="1">
                <c:v>37</c:v>
              </c:pt>
              <c:pt idx="2">
                <c:v>39</c:v>
              </c:pt>
              <c:pt idx="3">
                <c:v>41</c:v>
              </c:pt>
            </c:numLit>
          </c:val>
        </c:ser>
        <c:ser>
          <c:idx val="2"/>
          <c:order val="2"/>
          <c:tx>
            <c:v>Segment C</c:v>
          </c:tx>
          <c:spPr>
            <a:solidFill xmlns:a="http://schemas.openxmlformats.org/drawingml/2006/main">
              <a:srgbClr val="D0E7ED"/>
            </a:solidFill>
          </c:spPr>
          <c:cat>
            <c:strLit>
              <c:ptCount val="4"/>
              <c:pt idx="0">
                <c:v>P1</c:v>
              </c:pt>
              <c:pt idx="1">
                <c:v>P2</c:v>
              </c:pt>
              <c:pt idx="2">
                <c:v>P3</c:v>
              </c:pt>
              <c:pt idx="3">
                <c:v>P4</c:v>
              </c:pt>
            </c:strLit>
          </c:cat>
          <c:val>
            <c:numLit>
              <c:formatCode>0"%"</c:formatCode>
              <c:ptCount val="4"/>
              <c:pt idx="0">
                <c:v>20</c:v>
              </c:pt>
              <c:pt idx="1">
                <c:v>21</c:v>
              </c:pt>
              <c:pt idx="2">
                <c:v>23</c:v>
              </c:pt>
              <c:pt idx="3">
                <c:v>25</c:v>
              </c:pt>
            </c:numLit>
          </c:val>
        </c:ser>
        <c:gapWidth val="58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9CD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E59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7EA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B9CD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E5966"/>
                </a:solidFill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3E5966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D85E8625-34C9-495E-A171-2C5D0B3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TEMPLATE GUIDE / KEEP FOR AUTHORS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3D43E1BD-6DD7-48A3-8265-CFF2B2A0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Fill. Duplicate. Present.</a:t>
            </a:r>
          </a:p>
        </p:txBody>
      </p:sp>
      <p:sp>
        <p:nvSpPr>
          <p:cNvPr id="3" name="guide-rule-0">
            <a:extLst xmlns:a="http://schemas.openxmlformats.org/drawingml/2006/main">
              <a:ext uri="{FF2B5EF4-FFF2-40B4-BE49-F238E27FC236}">
                <a16:creationId xmlns:a16="http://schemas.microsoft.com/office/drawing/2014/main" id="{01E3484D-E9E5-4C5C-8054-B6FB50F8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8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uide-number-0">
            <a:extLst xmlns:a="http://schemas.openxmlformats.org/drawingml/2006/main">
              <a:ext uri="{FF2B5EF4-FFF2-40B4-BE49-F238E27FC236}">
                <a16:creationId xmlns:a16="http://schemas.microsoft.com/office/drawing/2014/main" id="{3D50382F-4FE1-40C7-B6BE-AEE5FEB2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 i="0">
                <a:solidFill>
                  <a:srgbClr val="0A6887"/>
                </a:solidFill>
                <a:latin typeface="Lora"/>
                <a:ea typeface="Lora"/>
                <a:cs typeface="Lora"/>
              </a:defRPr>
            </a:pPr>
            <a:r>
              <a:rPr sz="3600" b="1" i="0">
                <a:solidFill>
                  <a:srgbClr val="0A6887"/>
                </a:solidFill>
                <a:latin typeface="Lora"/>
                <a:ea typeface="Lora"/>
                <a:cs typeface="Lora"/>
              </a:rPr>
              <a:t>01</a:t>
            </a:r>
          </a:p>
        </p:txBody>
      </p:sp>
      <p:sp>
        <p:nvSpPr>
          <p:cNvPr id="5" name="guide-title-0">
            <a:extLst xmlns:a="http://schemas.openxmlformats.org/drawingml/2006/main">
              <a:ext uri="{FF2B5EF4-FFF2-40B4-BE49-F238E27FC236}">
                <a16:creationId xmlns:a16="http://schemas.microsoft.com/office/drawing/2014/main" id="{49CEA047-CB38-433C-99A2-82BC9D0E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Choose a page</a:t>
            </a:r>
          </a:p>
        </p:txBody>
      </p:sp>
      <p:sp>
        <p:nvSpPr>
          <p:cNvPr id="6" name="guide-body-0">
            <a:extLst xmlns:a="http://schemas.openxmlformats.org/drawingml/2006/main">
              <a:ext uri="{FF2B5EF4-FFF2-40B4-BE49-F238E27FC236}">
                <a16:creationId xmlns:a16="http://schemas.microsoft.com/office/drawing/2014/main" id="{7C80E120-BE37-4A32-9511-9D913B41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3333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Use the page index, then duplicate the closest variant for your story.</a:t>
            </a:r>
          </a:p>
        </p:txBody>
      </p:sp>
      <p:sp>
        <p:nvSpPr>
          <p:cNvPr id="7" name="guide-rule-1">
            <a:extLst xmlns:a="http://schemas.openxmlformats.org/drawingml/2006/main">
              <a:ext uri="{FF2B5EF4-FFF2-40B4-BE49-F238E27FC236}">
                <a16:creationId xmlns:a16="http://schemas.microsoft.com/office/drawing/2014/main" id="{5C6276B6-C3BA-4C67-AA60-B3D90F87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2410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8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uide-number-1">
            <a:extLst xmlns:a="http://schemas.openxmlformats.org/drawingml/2006/main">
              <a:ext uri="{FF2B5EF4-FFF2-40B4-BE49-F238E27FC236}">
                <a16:creationId xmlns:a16="http://schemas.microsoft.com/office/drawing/2014/main" id="{D7A34531-94CB-487D-9DB3-3376D6AC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908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 i="0">
                <a:solidFill>
                  <a:srgbClr val="0A6887"/>
                </a:solidFill>
                <a:latin typeface="Lora"/>
                <a:ea typeface="Lora"/>
                <a:cs typeface="Lora"/>
              </a:defRPr>
            </a:pPr>
            <a:r>
              <a:rPr sz="3600" b="1" i="0">
                <a:solidFill>
                  <a:srgbClr val="0A6887"/>
                </a:solidFill>
                <a:latin typeface="Lora"/>
                <a:ea typeface="Lora"/>
                <a:cs typeface="Lora"/>
              </a:rPr>
              <a:t>02</a:t>
            </a:r>
          </a:p>
        </p:txBody>
      </p:sp>
      <p:sp>
        <p:nvSpPr>
          <p:cNvPr id="9" name="guide-title-1">
            <a:extLst xmlns:a="http://schemas.openxmlformats.org/drawingml/2006/main">
              <a:ext uri="{FF2B5EF4-FFF2-40B4-BE49-F238E27FC236}">
                <a16:creationId xmlns:a16="http://schemas.microsoft.com/office/drawing/2014/main" id="{9FB81354-89C0-4358-9C34-A89AB1FC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7185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Replace the prompts</a:t>
            </a:r>
          </a:p>
        </p:txBody>
      </p:sp>
      <p:sp>
        <p:nvSpPr>
          <p:cNvPr id="10" name="guide-body-1">
            <a:extLst xmlns:a="http://schemas.openxmlformats.org/drawingml/2006/main">
              <a:ext uri="{FF2B5EF4-FFF2-40B4-BE49-F238E27FC236}">
                <a16:creationId xmlns:a16="http://schemas.microsoft.com/office/drawing/2014/main" id="{3710F9D8-9070-4127-99E9-9CD988F4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343400"/>
            <a:ext cx="3333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Bracketed copy, image labels and example data are fields to replace.</a:t>
            </a:r>
          </a:p>
        </p:txBody>
      </p:sp>
      <p:sp>
        <p:nvSpPr>
          <p:cNvPr id="11" name="guide-rule-2">
            <a:extLst xmlns:a="http://schemas.openxmlformats.org/drawingml/2006/main">
              <a:ext uri="{FF2B5EF4-FFF2-40B4-BE49-F238E27FC236}">
                <a16:creationId xmlns:a16="http://schemas.microsoft.com/office/drawing/2014/main" id="{ED5C923E-7829-4544-9AAD-9A0731B5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2410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8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uide-number-2">
            <a:extLst xmlns:a="http://schemas.openxmlformats.org/drawingml/2006/main">
              <a:ext uri="{FF2B5EF4-FFF2-40B4-BE49-F238E27FC236}">
                <a16:creationId xmlns:a16="http://schemas.microsoft.com/office/drawing/2014/main" id="{7422AD51-D017-446C-BD50-5DD32953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908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 i="0">
                <a:solidFill>
                  <a:srgbClr val="0A6887"/>
                </a:solidFill>
                <a:latin typeface="Lora"/>
                <a:ea typeface="Lora"/>
                <a:cs typeface="Lora"/>
              </a:defRPr>
            </a:pPr>
            <a:r>
              <a:rPr sz="3600" b="1" i="0">
                <a:solidFill>
                  <a:srgbClr val="0A6887"/>
                </a:solidFill>
                <a:latin typeface="Lora"/>
                <a:ea typeface="Lora"/>
                <a:cs typeface="Lora"/>
              </a:rPr>
              <a:t>03</a:t>
            </a:r>
          </a:p>
        </p:txBody>
      </p:sp>
      <p:sp>
        <p:nvSpPr>
          <p:cNvPr id="13" name="guide-title-2">
            <a:extLst xmlns:a="http://schemas.openxmlformats.org/drawingml/2006/main">
              <a:ext uri="{FF2B5EF4-FFF2-40B4-BE49-F238E27FC236}">
                <a16:creationId xmlns:a16="http://schemas.microsoft.com/office/drawing/2014/main" id="{DF9D12BC-696B-4CE8-98BF-D5431901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7185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Keep the hierarchy</a:t>
            </a:r>
          </a:p>
        </p:txBody>
      </p:sp>
      <p:sp>
        <p:nvSpPr>
          <p:cNvPr id="14" name="guide-body-2">
            <a:extLst xmlns:a="http://schemas.openxmlformats.org/drawingml/2006/main">
              <a:ext uri="{FF2B5EF4-FFF2-40B4-BE49-F238E27FC236}">
                <a16:creationId xmlns:a16="http://schemas.microsoft.com/office/drawing/2014/main" id="{58AD4AA6-5352-4EC7-9EF2-1466A98E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343400"/>
            <a:ext cx="3333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Keep Lora for the main statement and DM Sans for everything supporting it.</a:t>
            </a:r>
          </a:p>
        </p:txBody>
      </p:sp>
      <p:sp>
        <p:nvSpPr>
          <p:cNvPr id="15" name="guide-fonts">
            <a:extLst xmlns:a="http://schemas.openxmlformats.org/drawingml/2006/main">
              <a:ext uri="{FF2B5EF4-FFF2-40B4-BE49-F238E27FC236}">
                <a16:creationId xmlns:a16="http://schemas.microsoft.com/office/drawing/2014/main" id="{C827962E-DAA1-4957-AB56-829F0E59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Install the bundled Lora and DM Sans fonts before editing.</a:t>
            </a:r>
          </a:p>
        </p:txBody>
      </p:sp>
    </p:spTree>
    <p:extLst>
      <p:ext uri="{BB962C8B-B14F-4D97-AF65-F5344CB8AC3E}">
        <p14:creationId xmlns:p14="http://schemas.microsoft.com/office/powerpoint/2010/main" val="12238185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49FA4D62-9B00-42A5-930A-74ECB23A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TEMPLATE INDEX / 57 PAGES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6F24348F-244D-4A5B-9ABF-4B15087E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Every common presentation page, ready to duplicate.</a:t>
            </a:r>
          </a:p>
        </p:txBody>
      </p:sp>
      <p:sp>
        <p:nvSpPr>
          <p:cNvPr id="3" name="index-rule-0">
            <a:extLst xmlns:a="http://schemas.openxmlformats.org/drawingml/2006/main">
              <a:ext uri="{FF2B5EF4-FFF2-40B4-BE49-F238E27FC236}">
                <a16:creationId xmlns:a16="http://schemas.microsoft.com/office/drawing/2014/main" id="{81C7E7AC-A652-45E4-A9ED-DA062593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index-pages-0">
            <a:extLst xmlns:a="http://schemas.openxmlformats.org/drawingml/2006/main">
              <a:ext uri="{FF2B5EF4-FFF2-40B4-BE49-F238E27FC236}">
                <a16:creationId xmlns:a16="http://schemas.microsoft.com/office/drawing/2014/main" id="{F54048E9-61D2-4712-B329-F0D5EE48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03–06</a:t>
            </a:r>
          </a:p>
        </p:txBody>
      </p:sp>
      <p:sp>
        <p:nvSpPr>
          <p:cNvPr id="5" name="index-name-0">
            <a:extLst xmlns:a="http://schemas.openxmlformats.org/drawingml/2006/main">
              <a:ext uri="{FF2B5EF4-FFF2-40B4-BE49-F238E27FC236}">
                <a16:creationId xmlns:a16="http://schemas.microsoft.com/office/drawing/2014/main" id="{3D828F60-0B52-452A-BEC3-BEA0B824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0097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87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Covers</a:t>
            </a:r>
          </a:p>
        </p:txBody>
      </p:sp>
      <p:sp>
        <p:nvSpPr>
          <p:cNvPr id="6" name="index-count-0">
            <a:extLst xmlns:a="http://schemas.openxmlformats.org/drawingml/2006/main">
              <a:ext uri="{FF2B5EF4-FFF2-40B4-BE49-F238E27FC236}">
                <a16:creationId xmlns:a16="http://schemas.microsoft.com/office/drawing/2014/main" id="{A233251D-BF04-4F55-A23D-C8B615BC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764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4 variants</a:t>
            </a:r>
          </a:p>
        </p:txBody>
      </p:sp>
      <p:sp>
        <p:nvSpPr>
          <p:cNvPr id="7" name="index-rule-1">
            <a:extLst xmlns:a="http://schemas.openxmlformats.org/drawingml/2006/main">
              <a:ext uri="{FF2B5EF4-FFF2-40B4-BE49-F238E27FC236}">
                <a16:creationId xmlns:a16="http://schemas.microsoft.com/office/drawing/2014/main" id="{0C40DF05-EFEC-4C7E-9541-AC27103A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ndex-pages-1">
            <a:extLst xmlns:a="http://schemas.openxmlformats.org/drawingml/2006/main">
              <a:ext uri="{FF2B5EF4-FFF2-40B4-BE49-F238E27FC236}">
                <a16:creationId xmlns:a16="http://schemas.microsoft.com/office/drawing/2014/main" id="{F1AD1E86-71E6-4FB6-8EA6-49629F01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07–09</a:t>
            </a:r>
          </a:p>
        </p:txBody>
      </p:sp>
      <p:sp>
        <p:nvSpPr>
          <p:cNvPr id="9" name="index-name-1">
            <a:extLst xmlns:a="http://schemas.openxmlformats.org/drawingml/2006/main">
              <a:ext uri="{FF2B5EF4-FFF2-40B4-BE49-F238E27FC236}">
                <a16:creationId xmlns:a16="http://schemas.microsoft.com/office/drawing/2014/main" id="{6230F8B9-3431-4B15-A551-352A9AE7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574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87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Agendas</a:t>
            </a:r>
          </a:p>
        </p:txBody>
      </p:sp>
      <p:sp>
        <p:nvSpPr>
          <p:cNvPr id="10" name="index-count-1">
            <a:extLst xmlns:a="http://schemas.openxmlformats.org/drawingml/2006/main">
              <a:ext uri="{FF2B5EF4-FFF2-40B4-BE49-F238E27FC236}">
                <a16:creationId xmlns:a16="http://schemas.microsoft.com/office/drawing/2014/main" id="{56D0799A-51C3-4E3E-816C-EB8B7553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241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3 variants</a:t>
            </a:r>
          </a:p>
        </p:txBody>
      </p:sp>
      <p:sp>
        <p:nvSpPr>
          <p:cNvPr id="11" name="index-rule-2">
            <a:extLst xmlns:a="http://schemas.openxmlformats.org/drawingml/2006/main">
              <a:ext uri="{FF2B5EF4-FFF2-40B4-BE49-F238E27FC236}">
                <a16:creationId xmlns:a16="http://schemas.microsoft.com/office/drawing/2014/main" id="{A729312B-91A9-4DC6-A937-C1029361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ndex-pages-2">
            <a:extLst xmlns:a="http://schemas.openxmlformats.org/drawingml/2006/main">
              <a:ext uri="{FF2B5EF4-FFF2-40B4-BE49-F238E27FC236}">
                <a16:creationId xmlns:a16="http://schemas.microsoft.com/office/drawing/2014/main" id="{98CB22A1-8F0E-44A3-8BF4-33617993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10–13</a:t>
            </a:r>
          </a:p>
        </p:txBody>
      </p:sp>
      <p:sp>
        <p:nvSpPr>
          <p:cNvPr id="13" name="index-name-2">
            <a:extLst xmlns:a="http://schemas.openxmlformats.org/drawingml/2006/main">
              <a:ext uri="{FF2B5EF4-FFF2-40B4-BE49-F238E27FC236}">
                <a16:creationId xmlns:a16="http://schemas.microsoft.com/office/drawing/2014/main" id="{70DA9C97-E3EB-4217-B070-C2C7B126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051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87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Dividers</a:t>
            </a:r>
          </a:p>
        </p:txBody>
      </p:sp>
      <p:sp>
        <p:nvSpPr>
          <p:cNvPr id="14" name="index-count-2">
            <a:extLst xmlns:a="http://schemas.openxmlformats.org/drawingml/2006/main">
              <a:ext uri="{FF2B5EF4-FFF2-40B4-BE49-F238E27FC236}">
                <a16:creationId xmlns:a16="http://schemas.microsoft.com/office/drawing/2014/main" id="{DEB82A92-4C80-490C-A2DE-F4B62438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718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4 variants</a:t>
            </a:r>
          </a:p>
        </p:txBody>
      </p:sp>
      <p:sp>
        <p:nvSpPr>
          <p:cNvPr id="15" name="index-rule-3">
            <a:extLst xmlns:a="http://schemas.openxmlformats.org/drawingml/2006/main">
              <a:ext uri="{FF2B5EF4-FFF2-40B4-BE49-F238E27FC236}">
                <a16:creationId xmlns:a16="http://schemas.microsoft.com/office/drawing/2014/main" id="{14652F3D-F58B-4208-91DF-AA1491C8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index-pages-3">
            <a:extLst xmlns:a="http://schemas.openxmlformats.org/drawingml/2006/main">
              <a:ext uri="{FF2B5EF4-FFF2-40B4-BE49-F238E27FC236}">
                <a16:creationId xmlns:a16="http://schemas.microsoft.com/office/drawing/2014/main" id="{A59DFED6-DAA2-4434-AD04-14B2A47E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14–18</a:t>
            </a:r>
          </a:p>
        </p:txBody>
      </p:sp>
      <p:sp>
        <p:nvSpPr>
          <p:cNvPr id="17" name="index-name-3">
            <a:extLst xmlns:a="http://schemas.openxmlformats.org/drawingml/2006/main">
              <a:ext uri="{FF2B5EF4-FFF2-40B4-BE49-F238E27FC236}">
                <a16:creationId xmlns:a16="http://schemas.microsoft.com/office/drawing/2014/main" id="{90A26FC5-5C4B-4D5D-A377-922A8114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9528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87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Narrative</a:t>
            </a:r>
          </a:p>
        </p:txBody>
      </p:sp>
      <p:sp>
        <p:nvSpPr>
          <p:cNvPr id="18" name="index-count-3">
            <a:extLst xmlns:a="http://schemas.openxmlformats.org/drawingml/2006/main">
              <a:ext uri="{FF2B5EF4-FFF2-40B4-BE49-F238E27FC236}">
                <a16:creationId xmlns:a16="http://schemas.microsoft.com/office/drawing/2014/main" id="{9C8B564C-72A0-45CE-A2F9-AFA56F1E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195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5 variants</a:t>
            </a:r>
          </a:p>
        </p:txBody>
      </p:sp>
      <p:sp>
        <p:nvSpPr>
          <p:cNvPr id="19" name="index-rule-4">
            <a:extLst xmlns:a="http://schemas.openxmlformats.org/drawingml/2006/main">
              <a:ext uri="{FF2B5EF4-FFF2-40B4-BE49-F238E27FC236}">
                <a16:creationId xmlns:a16="http://schemas.microsoft.com/office/drawing/2014/main" id="{7BB334E2-1013-4A3A-AF80-BAAAE43B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index-pages-4">
            <a:extLst xmlns:a="http://schemas.openxmlformats.org/drawingml/2006/main">
              <a:ext uri="{FF2B5EF4-FFF2-40B4-BE49-F238E27FC236}">
                <a16:creationId xmlns:a16="http://schemas.microsoft.com/office/drawing/2014/main" id="{39327169-4BC1-4CA7-9130-624D21ED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19–24</a:t>
            </a:r>
          </a:p>
        </p:txBody>
      </p:sp>
      <p:sp>
        <p:nvSpPr>
          <p:cNvPr id="21" name="index-name-4">
            <a:extLst xmlns:a="http://schemas.openxmlformats.org/drawingml/2006/main">
              <a:ext uri="{FF2B5EF4-FFF2-40B4-BE49-F238E27FC236}">
                <a16:creationId xmlns:a16="http://schemas.microsoft.com/office/drawing/2014/main" id="{AD4B84AB-8696-4827-929D-BE7B410A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6005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87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Image-led</a:t>
            </a:r>
          </a:p>
        </p:txBody>
      </p:sp>
      <p:sp>
        <p:nvSpPr>
          <p:cNvPr id="22" name="index-count-4">
            <a:extLst xmlns:a="http://schemas.openxmlformats.org/drawingml/2006/main">
              <a:ext uri="{FF2B5EF4-FFF2-40B4-BE49-F238E27FC236}">
                <a16:creationId xmlns:a16="http://schemas.microsoft.com/office/drawing/2014/main" id="{FB8A609E-A6BD-49F9-BEF1-B78AA698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672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6 variants</a:t>
            </a:r>
          </a:p>
        </p:txBody>
      </p:sp>
      <p:sp>
        <p:nvSpPr>
          <p:cNvPr id="23" name="index-rule-5">
            <a:extLst xmlns:a="http://schemas.openxmlformats.org/drawingml/2006/main">
              <a:ext uri="{FF2B5EF4-FFF2-40B4-BE49-F238E27FC236}">
                <a16:creationId xmlns:a16="http://schemas.microsoft.com/office/drawing/2014/main" id="{2086A334-0B00-496F-8F01-A5694C34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index-pages-5">
            <a:extLst xmlns:a="http://schemas.openxmlformats.org/drawingml/2006/main">
              <a:ext uri="{FF2B5EF4-FFF2-40B4-BE49-F238E27FC236}">
                <a16:creationId xmlns:a16="http://schemas.microsoft.com/office/drawing/2014/main" id="{96A0DFCE-93BD-4401-AD67-AE328EFC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25–28</a:t>
            </a:r>
          </a:p>
        </p:txBody>
      </p:sp>
      <p:sp>
        <p:nvSpPr>
          <p:cNvPr id="25" name="index-name-5">
            <a:extLst xmlns:a="http://schemas.openxmlformats.org/drawingml/2006/main">
              <a:ext uri="{FF2B5EF4-FFF2-40B4-BE49-F238E27FC236}">
                <a16:creationId xmlns:a16="http://schemas.microsoft.com/office/drawing/2014/main" id="{39651C65-2EAF-4E68-A5FC-4EDC5631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2482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87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Metrics</a:t>
            </a:r>
          </a:p>
        </p:txBody>
      </p:sp>
      <p:sp>
        <p:nvSpPr>
          <p:cNvPr id="26" name="index-count-5">
            <a:extLst xmlns:a="http://schemas.openxmlformats.org/drawingml/2006/main">
              <a:ext uri="{FF2B5EF4-FFF2-40B4-BE49-F238E27FC236}">
                <a16:creationId xmlns:a16="http://schemas.microsoft.com/office/drawing/2014/main" id="{32ABF445-2DBA-482B-887D-66C80672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3149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4 variants</a:t>
            </a:r>
          </a:p>
        </p:txBody>
      </p:sp>
      <p:sp>
        <p:nvSpPr>
          <p:cNvPr id="27" name="index-rule-6">
            <a:extLst xmlns:a="http://schemas.openxmlformats.org/drawingml/2006/main">
              <a:ext uri="{FF2B5EF4-FFF2-40B4-BE49-F238E27FC236}">
                <a16:creationId xmlns:a16="http://schemas.microsoft.com/office/drawing/2014/main" id="{F391A5BC-69E2-405E-9D08-CEE86E6E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627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index-pages-6">
            <a:extLst xmlns:a="http://schemas.openxmlformats.org/drawingml/2006/main">
              <a:ext uri="{FF2B5EF4-FFF2-40B4-BE49-F238E27FC236}">
                <a16:creationId xmlns:a16="http://schemas.microsoft.com/office/drawing/2014/main" id="{681AB0C7-7125-4010-97CE-1E82E39E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29–33</a:t>
            </a:r>
          </a:p>
        </p:txBody>
      </p:sp>
      <p:sp>
        <p:nvSpPr>
          <p:cNvPr id="29" name="index-name-6">
            <a:extLst xmlns:a="http://schemas.openxmlformats.org/drawingml/2006/main">
              <a:ext uri="{FF2B5EF4-FFF2-40B4-BE49-F238E27FC236}">
                <a16:creationId xmlns:a16="http://schemas.microsoft.com/office/drawing/2014/main" id="{1AE93055-BF5A-48C7-9B5D-F15D87CC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8959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87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Process</a:t>
            </a:r>
          </a:p>
        </p:txBody>
      </p:sp>
      <p:sp>
        <p:nvSpPr>
          <p:cNvPr id="30" name="index-count-6">
            <a:extLst xmlns:a="http://schemas.openxmlformats.org/drawingml/2006/main">
              <a:ext uri="{FF2B5EF4-FFF2-40B4-BE49-F238E27FC236}">
                <a16:creationId xmlns:a16="http://schemas.microsoft.com/office/drawing/2014/main" id="{31BA5C73-1027-4F4B-BC0C-147F5141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9626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5 variants</a:t>
            </a:r>
          </a:p>
        </p:txBody>
      </p:sp>
      <p:sp>
        <p:nvSpPr>
          <p:cNvPr id="31" name="index-rule-7">
            <a:extLst xmlns:a="http://schemas.openxmlformats.org/drawingml/2006/main">
              <a:ext uri="{FF2B5EF4-FFF2-40B4-BE49-F238E27FC236}">
                <a16:creationId xmlns:a16="http://schemas.microsoft.com/office/drawing/2014/main" id="{8B96919B-8A5C-4532-AA97-363762D0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765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index-pages-7">
            <a:extLst xmlns:a="http://schemas.openxmlformats.org/drawingml/2006/main">
              <a:ext uri="{FF2B5EF4-FFF2-40B4-BE49-F238E27FC236}">
                <a16:creationId xmlns:a16="http://schemas.microsoft.com/office/drawing/2014/main" id="{B6DAC7B1-C2A6-49BD-9A33-2B394B52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574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34–39</a:t>
            </a:r>
          </a:p>
        </p:txBody>
      </p:sp>
      <p:sp>
        <p:nvSpPr>
          <p:cNvPr id="33" name="index-name-7">
            <a:extLst xmlns:a="http://schemas.openxmlformats.org/drawingml/2006/main">
              <a:ext uri="{FF2B5EF4-FFF2-40B4-BE49-F238E27FC236}">
                <a16:creationId xmlns:a16="http://schemas.microsoft.com/office/drawing/2014/main" id="{217883B3-20D2-41D9-9093-E6AA41D9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97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87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Charts</a:t>
            </a:r>
          </a:p>
        </p:txBody>
      </p:sp>
      <p:sp>
        <p:nvSpPr>
          <p:cNvPr id="34" name="index-count-7">
            <a:extLst xmlns:a="http://schemas.openxmlformats.org/drawingml/2006/main">
              <a:ext uri="{FF2B5EF4-FFF2-40B4-BE49-F238E27FC236}">
                <a16:creationId xmlns:a16="http://schemas.microsoft.com/office/drawing/2014/main" id="{E598CFAA-1786-4367-9C54-055361B6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0764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6 variants</a:t>
            </a:r>
          </a:p>
        </p:txBody>
      </p:sp>
      <p:sp>
        <p:nvSpPr>
          <p:cNvPr id="35" name="index-rule-8">
            <a:extLst xmlns:a="http://schemas.openxmlformats.org/drawingml/2006/main">
              <a:ext uri="{FF2B5EF4-FFF2-40B4-BE49-F238E27FC236}">
                <a16:creationId xmlns:a16="http://schemas.microsoft.com/office/drawing/2014/main" id="{173A3DE4-6B15-4746-85A6-2B9038DB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242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index-pages-8">
            <a:extLst xmlns:a="http://schemas.openxmlformats.org/drawingml/2006/main">
              <a:ext uri="{FF2B5EF4-FFF2-40B4-BE49-F238E27FC236}">
                <a16:creationId xmlns:a16="http://schemas.microsoft.com/office/drawing/2014/main" id="{F2643CBD-8F60-47E8-84DA-B40480FC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051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40–43</a:t>
            </a:r>
          </a:p>
        </p:txBody>
      </p:sp>
      <p:sp>
        <p:nvSpPr>
          <p:cNvPr id="37" name="index-name-8">
            <a:extLst xmlns:a="http://schemas.openxmlformats.org/drawingml/2006/main">
              <a:ext uri="{FF2B5EF4-FFF2-40B4-BE49-F238E27FC236}">
                <a16:creationId xmlns:a16="http://schemas.microsoft.com/office/drawing/2014/main" id="{DFE62AB7-1023-4B9B-828A-BBB123DC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574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87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Comparison</a:t>
            </a:r>
          </a:p>
        </p:txBody>
      </p:sp>
      <p:sp>
        <p:nvSpPr>
          <p:cNvPr id="38" name="index-count-8">
            <a:extLst xmlns:a="http://schemas.openxmlformats.org/drawingml/2006/main">
              <a:ext uri="{FF2B5EF4-FFF2-40B4-BE49-F238E27FC236}">
                <a16:creationId xmlns:a16="http://schemas.microsoft.com/office/drawing/2014/main" id="{00C025B8-11FE-4310-8038-3CD9EA5E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7241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4 variants</a:t>
            </a:r>
          </a:p>
        </p:txBody>
      </p:sp>
      <p:sp>
        <p:nvSpPr>
          <p:cNvPr id="39" name="index-rule-9">
            <a:extLst xmlns:a="http://schemas.openxmlformats.org/drawingml/2006/main">
              <a:ext uri="{FF2B5EF4-FFF2-40B4-BE49-F238E27FC236}">
                <a16:creationId xmlns:a16="http://schemas.microsoft.com/office/drawing/2014/main" id="{B63E611D-499E-4055-AAD0-43C7C954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719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index-pages-9">
            <a:extLst xmlns:a="http://schemas.openxmlformats.org/drawingml/2006/main">
              <a:ext uri="{FF2B5EF4-FFF2-40B4-BE49-F238E27FC236}">
                <a16:creationId xmlns:a16="http://schemas.microsoft.com/office/drawing/2014/main" id="{5D517E3E-5E8E-4F14-8562-8307D00C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528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44–46</a:t>
            </a:r>
          </a:p>
        </p:txBody>
      </p:sp>
      <p:sp>
        <p:nvSpPr>
          <p:cNvPr id="41" name="index-name-9">
            <a:extLst xmlns:a="http://schemas.openxmlformats.org/drawingml/2006/main">
              <a:ext uri="{FF2B5EF4-FFF2-40B4-BE49-F238E27FC236}">
                <a16:creationId xmlns:a16="http://schemas.microsoft.com/office/drawing/2014/main" id="{4AA28BDF-83C1-4784-912A-529ECE2A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051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87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Tables</a:t>
            </a:r>
          </a:p>
        </p:txBody>
      </p:sp>
      <p:sp>
        <p:nvSpPr>
          <p:cNvPr id="42" name="index-count-9">
            <a:extLst xmlns:a="http://schemas.openxmlformats.org/drawingml/2006/main">
              <a:ext uri="{FF2B5EF4-FFF2-40B4-BE49-F238E27FC236}">
                <a16:creationId xmlns:a16="http://schemas.microsoft.com/office/drawing/2014/main" id="{FAF641E2-6952-47D0-A2B7-FC7F32AB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3718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3 variants</a:t>
            </a:r>
          </a:p>
        </p:txBody>
      </p:sp>
      <p:sp>
        <p:nvSpPr>
          <p:cNvPr id="43" name="index-rule-10">
            <a:extLst xmlns:a="http://schemas.openxmlformats.org/drawingml/2006/main">
              <a:ext uri="{FF2B5EF4-FFF2-40B4-BE49-F238E27FC236}">
                <a16:creationId xmlns:a16="http://schemas.microsoft.com/office/drawing/2014/main" id="{421DB2E1-4EE0-4164-BD02-453CBD18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196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index-pages-10">
            <a:extLst xmlns:a="http://schemas.openxmlformats.org/drawingml/2006/main">
              <a:ext uri="{FF2B5EF4-FFF2-40B4-BE49-F238E27FC236}">
                <a16:creationId xmlns:a16="http://schemas.microsoft.com/office/drawing/2014/main" id="{C0C32289-5F70-42B5-B321-3FDCDB13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00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47–50</a:t>
            </a:r>
          </a:p>
        </p:txBody>
      </p:sp>
      <p:sp>
        <p:nvSpPr>
          <p:cNvPr id="45" name="index-name-10">
            <a:extLst xmlns:a="http://schemas.openxmlformats.org/drawingml/2006/main">
              <a:ext uri="{FF2B5EF4-FFF2-40B4-BE49-F238E27FC236}">
                <a16:creationId xmlns:a16="http://schemas.microsoft.com/office/drawing/2014/main" id="{FAF538B4-2843-4C9C-8726-57D18A67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528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87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People</a:t>
            </a:r>
          </a:p>
        </p:txBody>
      </p:sp>
      <p:sp>
        <p:nvSpPr>
          <p:cNvPr id="46" name="index-count-10">
            <a:extLst xmlns:a="http://schemas.openxmlformats.org/drawingml/2006/main">
              <a:ext uri="{FF2B5EF4-FFF2-40B4-BE49-F238E27FC236}">
                <a16:creationId xmlns:a16="http://schemas.microsoft.com/office/drawing/2014/main" id="{F9EA043D-24D0-4030-9FFF-F116FAD0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0195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4 variants</a:t>
            </a:r>
          </a:p>
        </p:txBody>
      </p:sp>
      <p:sp>
        <p:nvSpPr>
          <p:cNvPr id="47" name="index-rule-11">
            <a:extLst xmlns:a="http://schemas.openxmlformats.org/drawingml/2006/main">
              <a:ext uri="{FF2B5EF4-FFF2-40B4-BE49-F238E27FC236}">
                <a16:creationId xmlns:a16="http://schemas.microsoft.com/office/drawing/2014/main" id="{289AAD7B-4911-4A51-8CBE-6CB2ACFD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0673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index-pages-11">
            <a:extLst xmlns:a="http://schemas.openxmlformats.org/drawingml/2006/main">
              <a:ext uri="{FF2B5EF4-FFF2-40B4-BE49-F238E27FC236}">
                <a16:creationId xmlns:a16="http://schemas.microsoft.com/office/drawing/2014/main" id="{8DB1AB92-FD8B-45AB-A3B3-D04B5F88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482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51–54</a:t>
            </a:r>
          </a:p>
        </p:txBody>
      </p:sp>
      <p:sp>
        <p:nvSpPr>
          <p:cNvPr id="49" name="index-name-11">
            <a:extLst xmlns:a="http://schemas.openxmlformats.org/drawingml/2006/main">
              <a:ext uri="{FF2B5EF4-FFF2-40B4-BE49-F238E27FC236}">
                <a16:creationId xmlns:a16="http://schemas.microsoft.com/office/drawing/2014/main" id="{3FE18318-979E-4F3D-8F33-EF127BC4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005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87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Proof &amp; place</a:t>
            </a:r>
          </a:p>
        </p:txBody>
      </p:sp>
      <p:sp>
        <p:nvSpPr>
          <p:cNvPr id="50" name="index-count-11">
            <a:extLst xmlns:a="http://schemas.openxmlformats.org/drawingml/2006/main">
              <a:ext uri="{FF2B5EF4-FFF2-40B4-BE49-F238E27FC236}">
                <a16:creationId xmlns:a16="http://schemas.microsoft.com/office/drawing/2014/main" id="{8CD7C07A-E446-4B51-BA37-0F5C3599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6672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4 variants</a:t>
            </a:r>
          </a:p>
        </p:txBody>
      </p:sp>
      <p:sp>
        <p:nvSpPr>
          <p:cNvPr id="51" name="index-rule-12">
            <a:extLst xmlns:a="http://schemas.openxmlformats.org/drawingml/2006/main">
              <a:ext uri="{FF2B5EF4-FFF2-40B4-BE49-F238E27FC236}">
                <a16:creationId xmlns:a16="http://schemas.microsoft.com/office/drawing/2014/main" id="{598D49F2-2CF5-4AC0-A367-3EFC5738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7150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index-pages-12">
            <a:extLst xmlns:a="http://schemas.openxmlformats.org/drawingml/2006/main">
              <a:ext uri="{FF2B5EF4-FFF2-40B4-BE49-F238E27FC236}">
                <a16:creationId xmlns:a16="http://schemas.microsoft.com/office/drawing/2014/main" id="{5E6E09CA-C2BE-47C3-B677-7B33B12B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959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55–57</a:t>
            </a:r>
          </a:p>
        </p:txBody>
      </p:sp>
      <p:sp>
        <p:nvSpPr>
          <p:cNvPr id="53" name="index-name-12">
            <a:extLst xmlns:a="http://schemas.openxmlformats.org/drawingml/2006/main">
              <a:ext uri="{FF2B5EF4-FFF2-40B4-BE49-F238E27FC236}">
                <a16:creationId xmlns:a16="http://schemas.microsoft.com/office/drawing/2014/main" id="{CDD1CDFE-893F-4B59-82C4-895BD183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482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87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Closing</a:t>
            </a:r>
          </a:p>
        </p:txBody>
      </p:sp>
      <p:sp>
        <p:nvSpPr>
          <p:cNvPr id="54" name="index-count-12">
            <a:extLst xmlns:a="http://schemas.openxmlformats.org/drawingml/2006/main">
              <a:ext uri="{FF2B5EF4-FFF2-40B4-BE49-F238E27FC236}">
                <a16:creationId xmlns:a16="http://schemas.microsoft.com/office/drawing/2014/main" id="{328AB24C-AE3F-492C-88A1-9DA4096D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3149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3 variants</a:t>
            </a:r>
          </a:p>
        </p:txBody>
      </p:sp>
    </p:spTree>
    <p:extLst>
      <p:ext uri="{BB962C8B-B14F-4D97-AF65-F5344CB8AC3E}">
        <p14:creationId xmlns:p14="http://schemas.microsoft.com/office/powerpoint/2010/main" val="91331858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6fdfe731cd417c"/>
          <a:srcRect xmlns:a="http://schemas.openxmlformats.org/drawingml/2006/main" l="5556" t="0" r="5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cover-panel">
            <a:extLst xmlns:a="http://schemas.openxmlformats.org/drawingml/2006/main">
              <a:ext uri="{FF2B5EF4-FFF2-40B4-BE49-F238E27FC236}">
                <a16:creationId xmlns:a16="http://schemas.microsoft.com/office/drawing/2014/main" id="{837BF0C7-8290-497B-B464-752861BE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15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52db6125294769"/>
          <a:stretch xmlns:a="http://schemas.openxmlformats.org/drawingml/2006/main"/>
        </p:blipFill>
        <p:spPr>
          <a:xfrm xmlns:a="http://schemas.openxmlformats.org/drawingml/2006/main">
            <a:off x="781050" y="617947"/>
            <a:ext cx="2971800" cy="421455"/>
          </a:xfrm>
          <a:prstGeom xmlns:a="http://schemas.openxmlformats.org/drawingml/2006/main" prst="rect">
            <a:avLst/>
          </a:prstGeom>
        </p:spPr>
      </p:pic>
      <p:sp>
        <p:nvSpPr>
          <p:cNvPr id="4" name="content-body-0">
            <a:extLst xmlns:a="http://schemas.openxmlformats.org/drawingml/2006/main">
              <a:ext uri="{FF2B5EF4-FFF2-40B4-BE49-F238E27FC236}">
                <a16:creationId xmlns:a16="http://schemas.microsoft.com/office/drawing/2014/main" id="{B2C05CAF-02AE-4AE8-96D4-C82AE8C5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t>[PRESENTATION TYPE / CLIENT]</a:t>
            </a:r>
          </a:p>
        </p:txBody>
      </p:sp>
      <p:sp>
        <p:nvSpPr>
          <p:cNvPr id="5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07531558-BEF1-4A6C-AA5C-5CEE852D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61912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FBF9F4"/>
                </a:solidFill>
                <a:latin typeface="Lora"/>
                <a:ea typeface="Lora"/>
                <a:cs typeface="Lora"/>
              </a:defRPr>
            </a:pPr>
            <a:r>
              <a:t>[ADD PRESENTATION</a:t>
            </a:r>
          </a:p>
          <a:p xmlns:a="http://schemas.openxmlformats.org/drawingml/2006/main">
            <a:pPr algn="l">
              <a:defRPr sz="5850" b="1" i="0">
                <a:solidFill>
                  <a:srgbClr val="FBF9F4"/>
                </a:solidFill>
                <a:latin typeface="Lora"/>
                <a:ea typeface="Lora"/>
                <a:cs typeface="Lora"/>
              </a:defRPr>
            </a:pPr>
            <a:r>
              <a:t>TITLE]</a:t>
            </a:r>
          </a:p>
        </p:txBody>
      </p:sp>
      <p:sp>
        <p:nvSpPr>
          <p:cNvPr id="6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31D2A51C-4511-4926-BEFD-3292AC17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53100"/>
            <a:ext cx="561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t>[Add one concise sentence describing the purpose or outcome.]</a:t>
            </a:r>
          </a:p>
        </p:txBody>
      </p:sp>
      <p:sp>
        <p:nvSpPr>
          <p:cNvPr id="7" name="content-body-1">
            <a:extLst xmlns:a="http://schemas.openxmlformats.org/drawingml/2006/main">
              <a:ext uri="{FF2B5EF4-FFF2-40B4-BE49-F238E27FC236}">
                <a16:creationId xmlns:a16="http://schemas.microsoft.com/office/drawing/2014/main" id="{E54482E6-E1AC-44A4-A0D0-BA31F968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389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t>[Month Year] · [Presenter] · [Confidentiality]</a:t>
            </a:r>
          </a:p>
        </p:txBody>
      </p:sp>
    </p:spTree>
    <p:extLst>
      <p:ext uri="{BB962C8B-B14F-4D97-AF65-F5344CB8AC3E}">
        <p14:creationId xmlns:p14="http://schemas.microsoft.com/office/powerpoint/2010/main" val="94103028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f490745b184d93"/>
          <a:stretch xmlns:a="http://schemas.openxmlformats.org/drawingml/2006/main"/>
        </p:blipFill>
        <p:spPr>
          <a:xfrm xmlns:a="http://schemas.openxmlformats.org/drawingml/2006/main">
            <a:off x="781050" y="617947"/>
            <a:ext cx="2971800" cy="421455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399f82fd8407e"/>
          <a:stretch xmlns:a="http://schemas.openxmlformats.org/drawingml/2006/main"/>
        </p:blipFill>
        <p:spPr>
          <a:xfrm xmlns:a="http://schemas.openxmlformats.org/drawingml/2006/main">
            <a:off x="9953839" y="0"/>
            <a:ext cx="3714323" cy="3810000"/>
          </a:xfrm>
          <a:prstGeom xmlns:a="http://schemas.openxmlformats.org/drawingml/2006/main" prst="rect">
            <a:avLst/>
          </a:prstGeom>
        </p:spPr>
      </p:pic>
      <p:sp>
        <p:nvSpPr>
          <p:cNvPr id="3" name="content-body-0">
            <a:extLst xmlns:a="http://schemas.openxmlformats.org/drawingml/2006/main">
              <a:ext uri="{FF2B5EF4-FFF2-40B4-BE49-F238E27FC236}">
                <a16:creationId xmlns:a16="http://schemas.microsoft.com/office/drawing/2014/main" id="{6A332E46-A9DD-432F-93B9-131E6576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t>[PRESENTATION TYPE / CLIENT]</a:t>
            </a:r>
          </a:p>
        </p:txBody>
      </p:sp>
      <p:sp>
        <p:nvSpPr>
          <p:cNvPr id="4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64AAE26C-B759-43FB-97EB-04B9DE92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781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 i="0">
                <a:solidFill>
                  <a:srgbClr val="FBF9F4"/>
                </a:solidFill>
                <a:latin typeface="Lora"/>
                <a:ea typeface="Lora"/>
                <a:cs typeface="Lora"/>
              </a:defRPr>
            </a:pPr>
            <a:r>
              <a:t>[ADD DECK</a:t>
            </a:r>
          </a:p>
          <a:p xmlns:a="http://schemas.openxmlformats.org/drawingml/2006/main">
            <a:pPr algn="l">
              <a:defRPr sz="6300" b="1" i="0">
                <a:solidFill>
                  <a:srgbClr val="FBF9F4"/>
                </a:solidFill>
                <a:latin typeface="Lora"/>
                <a:ea typeface="Lora"/>
                <a:cs typeface="Lora"/>
              </a:defRPr>
            </a:pPr>
            <a:r>
              <a:t>TITLE]</a:t>
            </a:r>
          </a:p>
        </p:txBody>
      </p:sp>
      <p:sp>
        <p:nvSpPr>
          <p:cNvPr id="5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B37E7D34-9B0D-4EE7-8F6D-BD34EF32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t>[Add one concise sentence describing the purpose or outcome.]</a:t>
            </a:r>
          </a:p>
        </p:txBody>
      </p:sp>
      <p:sp>
        <p:nvSpPr>
          <p:cNvPr id="6" name="content-body-1">
            <a:extLst xmlns:a="http://schemas.openxmlformats.org/drawingml/2006/main">
              <a:ext uri="{FF2B5EF4-FFF2-40B4-BE49-F238E27FC236}">
                <a16:creationId xmlns:a16="http://schemas.microsoft.com/office/drawing/2014/main" id="{8A331349-743A-4624-8C02-FD2BBC5E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389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t>[Month Year] · [Presenter] · [Confidentiality]</a:t>
            </a:r>
          </a:p>
        </p:txBody>
      </p:sp>
    </p:spTree>
    <p:extLst>
      <p:ext uri="{BB962C8B-B14F-4D97-AF65-F5344CB8AC3E}">
        <p14:creationId xmlns:p14="http://schemas.microsoft.com/office/powerpoint/2010/main" val="178664800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ba980feb63461c"/>
          <a:srcRect xmlns:a="http://schemas.openxmlformats.org/drawingml/2006/main" l="5556" t="0" r="5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cover-bottom-band">
            <a:extLst xmlns:a="http://schemas.openxmlformats.org/drawingml/2006/main">
              <a:ext uri="{FF2B5EF4-FFF2-40B4-BE49-F238E27FC236}">
                <a16:creationId xmlns:a16="http://schemas.microsoft.com/office/drawing/2014/main" id="{0A2A59A7-5749-49E4-ABB6-0CAB1705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3716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15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65c348f6724159"/>
          <a:stretch xmlns:a="http://schemas.openxmlformats.org/drawingml/2006/main"/>
        </p:blipFill>
        <p:spPr>
          <a:xfrm xmlns:a="http://schemas.openxmlformats.org/drawingml/2006/main">
            <a:off x="742950" y="5631873"/>
            <a:ext cx="2381250" cy="337705"/>
          </a:xfrm>
          <a:prstGeom xmlns:a="http://schemas.openxmlformats.org/drawingml/2006/main" prst="rect">
            <a:avLst/>
          </a:prstGeom>
        </p:spPr>
      </p:pic>
      <p:sp>
        <p:nvSpPr>
          <p:cNvPr id="4" name="cover-full-label">
            <a:extLst xmlns:a="http://schemas.openxmlformats.org/drawingml/2006/main">
              <a:ext uri="{FF2B5EF4-FFF2-40B4-BE49-F238E27FC236}">
                <a16:creationId xmlns:a16="http://schemas.microsoft.com/office/drawing/2014/main" id="{4D2D83CC-540A-450B-9127-AD0F734F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626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rPr sz="1050" b="1" i="0">
                <a:solidFill>
                  <a:srgbClr val="D0E7ED"/>
                </a:solidFill>
                <a:latin typeface="DM Sans"/>
                <a:ea typeface="DM Sans"/>
                <a:cs typeface="DM Sans"/>
              </a:rPr>
              <a:t>[PRESENTATION TYPE]</a:t>
            </a:r>
          </a:p>
        </p:txBody>
      </p:sp>
      <p:sp>
        <p:nvSpPr>
          <p:cNvPr id="5" name="cover-full-title">
            <a:extLst xmlns:a="http://schemas.openxmlformats.org/drawingml/2006/main">
              <a:ext uri="{FF2B5EF4-FFF2-40B4-BE49-F238E27FC236}">
                <a16:creationId xmlns:a16="http://schemas.microsoft.com/office/drawing/2014/main" id="{250E1C77-46ED-4725-B969-4BD63161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981700"/>
            <a:ext cx="809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900" b="1" i="0">
                <a:solidFill>
                  <a:srgbClr val="FBF9F4"/>
                </a:solidFill>
                <a:latin typeface="Lora"/>
                <a:ea typeface="Lora"/>
                <a:cs typeface="Lora"/>
              </a:defRPr>
            </a:pPr>
            <a:r>
              <a:rPr sz="3900" b="1" i="0">
                <a:solidFill>
                  <a:srgbClr val="FBF9F4"/>
                </a:solidFill>
                <a:latin typeface="Lora"/>
                <a:ea typeface="Lora"/>
                <a:cs typeface="Lora"/>
              </a:rPr>
              <a:t>[ADD PRESENTATION TITLE]</a:t>
            </a:r>
          </a:p>
        </p:txBody>
      </p:sp>
      <p:sp>
        <p:nvSpPr>
          <p:cNvPr id="6" name="cover-full-meta">
            <a:extLst xmlns:a="http://schemas.openxmlformats.org/drawingml/2006/main">
              <a:ext uri="{FF2B5EF4-FFF2-40B4-BE49-F238E27FC236}">
                <a16:creationId xmlns:a16="http://schemas.microsoft.com/office/drawing/2014/main" id="{317B4242-F229-4F40-B5B8-C85A8374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7029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rPr sz="1125" b="0" i="0">
                <a:solidFill>
                  <a:srgbClr val="D0E7ED"/>
                </a:solidFill>
                <a:latin typeface="DM Sans"/>
                <a:ea typeface="DM Sans"/>
                <a:cs typeface="DM Sans"/>
              </a:rPr>
              <a:t>[Month Year] · [Presenter]</a:t>
            </a:r>
          </a:p>
        </p:txBody>
      </p:sp>
    </p:spTree>
    <p:extLst>
      <p:ext uri="{BB962C8B-B14F-4D97-AF65-F5344CB8AC3E}">
        <p14:creationId xmlns:p14="http://schemas.microsoft.com/office/powerpoint/2010/main" val="10658733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fa7f34112d479f"/>
          <a:stretch xmlns:a="http://schemas.openxmlformats.org/drawingml/2006/main"/>
        </p:blipFill>
        <p:spPr>
          <a:xfrm xmlns:a="http://schemas.openxmlformats.org/drawingml/2006/main">
            <a:off x="742950" y="673677"/>
            <a:ext cx="2857500" cy="405245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4f998977e0455c"/>
          <a:stretch xmlns:a="http://schemas.openxmlformats.org/drawingml/2006/main"/>
        </p:blipFill>
        <p:spPr>
          <a:xfrm xmlns:a="http://schemas.openxmlformats.org/drawingml/2006/main">
            <a:off x="10128791" y="666750"/>
            <a:ext cx="2507168" cy="2571750"/>
          </a:xfrm>
          <a:prstGeom xmlns:a="http://schemas.openxmlformats.org/drawingml/2006/main" prst="rect">
            <a:avLst/>
          </a:prstGeom>
        </p:spPr>
      </p:pic>
      <p:sp>
        <p:nvSpPr>
          <p:cNvPr id="3" name="cover-min-label">
            <a:extLst xmlns:a="http://schemas.openxmlformats.org/drawingml/2006/main">
              <a:ext uri="{FF2B5EF4-FFF2-40B4-BE49-F238E27FC236}">
                <a16:creationId xmlns:a16="http://schemas.microsoft.com/office/drawing/2014/main" id="{D75DDF6D-C50C-4F2E-9BF1-1BF75A65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[PRESENTATION TYPE / CLIENT]</a:t>
            </a:r>
          </a:p>
        </p:txBody>
      </p:sp>
      <p:sp>
        <p:nvSpPr>
          <p:cNvPr id="4" name="cover-min-title">
            <a:extLst xmlns:a="http://schemas.openxmlformats.org/drawingml/2006/main">
              <a:ext uri="{FF2B5EF4-FFF2-40B4-BE49-F238E27FC236}">
                <a16:creationId xmlns:a16="http://schemas.microsoft.com/office/drawing/2014/main" id="{4B932471-A4E4-45A1-8207-57DD50AB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57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570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[ADD PRESENTATION TITLE]</a:t>
            </a:r>
          </a:p>
        </p:txBody>
      </p:sp>
      <p:sp>
        <p:nvSpPr>
          <p:cNvPr id="5" name="cover-min-subtitle">
            <a:extLst xmlns:a="http://schemas.openxmlformats.org/drawingml/2006/main">
              <a:ext uri="{FF2B5EF4-FFF2-40B4-BE49-F238E27FC236}">
                <a16:creationId xmlns:a16="http://schemas.microsoft.com/office/drawing/2014/main" id="{5C0C29F5-14CF-4B41-AE14-A17CAAD5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800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[Add one concise sentence describing the purpose or outcome.]</a:t>
            </a:r>
          </a:p>
        </p:txBody>
      </p:sp>
      <p:sp>
        <p:nvSpPr>
          <p:cNvPr id="6" name="cover-min-rule">
            <a:extLst xmlns:a="http://schemas.openxmlformats.org/drawingml/2006/main">
              <a:ext uri="{FF2B5EF4-FFF2-40B4-BE49-F238E27FC236}">
                <a16:creationId xmlns:a16="http://schemas.microsoft.com/office/drawing/2014/main" id="{1F981696-FAB4-4477-9A54-D4977936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10350"/>
            <a:ext cx="1223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min-meta">
            <a:extLst xmlns:a="http://schemas.openxmlformats.org/drawingml/2006/main">
              <a:ext uri="{FF2B5EF4-FFF2-40B4-BE49-F238E27FC236}">
                <a16:creationId xmlns:a16="http://schemas.microsoft.com/office/drawing/2014/main" id="{239173A9-B1F6-4ACD-B854-CEECC9DF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38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050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[Month Year] · [Presenter] · [Confidentiality]</a:t>
            </a:r>
          </a:p>
        </p:txBody>
      </p:sp>
    </p:spTree>
    <p:extLst>
      <p:ext uri="{BB962C8B-B14F-4D97-AF65-F5344CB8AC3E}">
        <p14:creationId xmlns:p14="http://schemas.microsoft.com/office/powerpoint/2010/main" val="20570988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0819F0E9-952B-4E1A-AB94-E525D8A6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PRESENTATION OVERVIEW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AFDBAF78-1882-4EBB-92DC-CE1B03C5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[ADD A SIMPLE AGENDA TITLE]</a:t>
            </a:r>
          </a:p>
        </p:txBody>
      </p:sp>
      <p:sp>
        <p:nvSpPr>
          <p:cNvPr id="3" name="agenda-row-0">
            <a:extLst xmlns:a="http://schemas.openxmlformats.org/drawingml/2006/main">
              <a:ext uri="{FF2B5EF4-FFF2-40B4-BE49-F238E27FC236}">
                <a16:creationId xmlns:a16="http://schemas.microsoft.com/office/drawing/2014/main" id="{7275DAA6-6D4D-4E78-8137-D1DC0A8F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1223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genda-num-0">
            <a:extLst xmlns:a="http://schemas.openxmlformats.org/drawingml/2006/main">
              <a:ext uri="{FF2B5EF4-FFF2-40B4-BE49-F238E27FC236}">
                <a16:creationId xmlns:a16="http://schemas.microsoft.com/office/drawing/2014/main" id="{37CB6014-90D2-4BF7-AF9D-A9193EB8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625" b="1" i="0">
                <a:solidFill>
                  <a:srgbClr val="0A6887"/>
                </a:solidFill>
                <a:latin typeface="Lora"/>
                <a:ea typeface="Lora"/>
                <a:cs typeface="Lora"/>
              </a:defRPr>
            </a:pPr>
            <a:r>
              <a:rPr sz="2625" b="1" i="0">
                <a:solidFill>
                  <a:srgbClr val="0A6887"/>
                </a:solidFill>
                <a:latin typeface="Lora"/>
                <a:ea typeface="Lora"/>
                <a:cs typeface="Lora"/>
              </a:rPr>
              <a:t>01</a:t>
            </a:r>
          </a:p>
        </p:txBody>
      </p:sp>
      <p:sp>
        <p:nvSpPr>
          <p:cNvPr id="5" name="agenda-topic-0">
            <a:extLst xmlns:a="http://schemas.openxmlformats.org/drawingml/2006/main">
              <a:ext uri="{FF2B5EF4-FFF2-40B4-BE49-F238E27FC236}">
                <a16:creationId xmlns:a16="http://schemas.microsoft.com/office/drawing/2014/main" id="{2EE7E99C-4A59-42B1-884F-25C5E7FF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717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02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[SECTION TITLE]</a:t>
            </a:r>
          </a:p>
        </p:txBody>
      </p:sp>
      <p:sp>
        <p:nvSpPr>
          <p:cNvPr id="6" name="agenda-desc-0">
            <a:extLst xmlns:a="http://schemas.openxmlformats.org/drawingml/2006/main">
              <a:ext uri="{FF2B5EF4-FFF2-40B4-BE49-F238E27FC236}">
                <a16:creationId xmlns:a16="http://schemas.microsoft.com/office/drawing/2014/main" id="{1FB9DCF6-3EEB-42C6-9450-4E2346DA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[Add a short description of what this section covers.]</a:t>
            </a:r>
          </a:p>
        </p:txBody>
      </p:sp>
      <p:sp>
        <p:nvSpPr>
          <p:cNvPr id="7" name="agenda-row-1">
            <a:extLst xmlns:a="http://schemas.openxmlformats.org/drawingml/2006/main">
              <a:ext uri="{FF2B5EF4-FFF2-40B4-BE49-F238E27FC236}">
                <a16:creationId xmlns:a16="http://schemas.microsoft.com/office/drawing/2014/main" id="{211512D8-23BF-4062-94D2-046EABA6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223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genda-num-1">
            <a:extLst xmlns:a="http://schemas.openxmlformats.org/drawingml/2006/main">
              <a:ext uri="{FF2B5EF4-FFF2-40B4-BE49-F238E27FC236}">
                <a16:creationId xmlns:a16="http://schemas.microsoft.com/office/drawing/2014/main" id="{179B1D51-BCE1-4C96-9740-0868F173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625" b="1" i="0">
                <a:solidFill>
                  <a:srgbClr val="0A6887"/>
                </a:solidFill>
                <a:latin typeface="Lora"/>
                <a:ea typeface="Lora"/>
                <a:cs typeface="Lora"/>
              </a:defRPr>
            </a:pPr>
            <a:r>
              <a:rPr sz="2625" b="1" i="0">
                <a:solidFill>
                  <a:srgbClr val="0A6887"/>
                </a:solidFill>
                <a:latin typeface="Lora"/>
                <a:ea typeface="Lora"/>
                <a:cs typeface="Lora"/>
              </a:rPr>
              <a:t>02</a:t>
            </a:r>
          </a:p>
        </p:txBody>
      </p:sp>
      <p:sp>
        <p:nvSpPr>
          <p:cNvPr id="9" name="agenda-topic-1">
            <a:extLst xmlns:a="http://schemas.openxmlformats.org/drawingml/2006/main">
              <a:ext uri="{FF2B5EF4-FFF2-40B4-BE49-F238E27FC236}">
                <a16:creationId xmlns:a16="http://schemas.microsoft.com/office/drawing/2014/main" id="{1EEFC9FB-50C9-4FE4-947A-BB7AB679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385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02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[SECTION TITLE]</a:t>
            </a:r>
          </a:p>
        </p:txBody>
      </p:sp>
      <p:sp>
        <p:nvSpPr>
          <p:cNvPr id="10" name="agenda-desc-1">
            <a:extLst xmlns:a="http://schemas.openxmlformats.org/drawingml/2006/main">
              <a:ext uri="{FF2B5EF4-FFF2-40B4-BE49-F238E27FC236}">
                <a16:creationId xmlns:a16="http://schemas.microsoft.com/office/drawing/2014/main" id="{88A7BF94-C857-422E-9CA1-4406D68E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575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[Add a short description of what this section covers.]</a:t>
            </a:r>
          </a:p>
        </p:txBody>
      </p:sp>
      <p:sp>
        <p:nvSpPr>
          <p:cNvPr id="11" name="agenda-row-2">
            <a:extLst xmlns:a="http://schemas.openxmlformats.org/drawingml/2006/main">
              <a:ext uri="{FF2B5EF4-FFF2-40B4-BE49-F238E27FC236}">
                <a16:creationId xmlns:a16="http://schemas.microsoft.com/office/drawing/2014/main" id="{4DC21FFA-4D1A-4183-B92F-B2D559EE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223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genda-num-2">
            <a:extLst xmlns:a="http://schemas.openxmlformats.org/drawingml/2006/main">
              <a:ext uri="{FF2B5EF4-FFF2-40B4-BE49-F238E27FC236}">
                <a16:creationId xmlns:a16="http://schemas.microsoft.com/office/drawing/2014/main" id="{AB32CC44-73F0-48A4-A704-E66CDF91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625" b="1" i="0">
                <a:solidFill>
                  <a:srgbClr val="0A6887"/>
                </a:solidFill>
                <a:latin typeface="Lora"/>
                <a:ea typeface="Lora"/>
                <a:cs typeface="Lora"/>
              </a:defRPr>
            </a:pPr>
            <a:r>
              <a:rPr sz="2625" b="1" i="0">
                <a:solidFill>
                  <a:srgbClr val="0A6887"/>
                </a:solidFill>
                <a:latin typeface="Lora"/>
                <a:ea typeface="Lora"/>
                <a:cs typeface="Lora"/>
              </a:rPr>
              <a:t>03</a:t>
            </a:r>
          </a:p>
        </p:txBody>
      </p:sp>
      <p:sp>
        <p:nvSpPr>
          <p:cNvPr id="13" name="agenda-topic-2">
            <a:extLst xmlns:a="http://schemas.openxmlformats.org/drawingml/2006/main">
              <a:ext uri="{FF2B5EF4-FFF2-40B4-BE49-F238E27FC236}">
                <a16:creationId xmlns:a16="http://schemas.microsoft.com/office/drawing/2014/main" id="{3F540D7F-223E-442A-BEE6-E9A55A9F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053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02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[SECTION TITLE]</a:t>
            </a:r>
          </a:p>
        </p:txBody>
      </p:sp>
      <p:sp>
        <p:nvSpPr>
          <p:cNvPr id="14" name="agenda-desc-2">
            <a:extLst xmlns:a="http://schemas.openxmlformats.org/drawingml/2006/main">
              <a:ext uri="{FF2B5EF4-FFF2-40B4-BE49-F238E27FC236}">
                <a16:creationId xmlns:a16="http://schemas.microsoft.com/office/drawing/2014/main" id="{65648B2F-7111-449F-9C53-C062EA95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243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[Add a short description of what this section covers.]</a:t>
            </a:r>
          </a:p>
        </p:txBody>
      </p:sp>
      <p:sp>
        <p:nvSpPr>
          <p:cNvPr id="15" name="agenda-row-3">
            <a:extLst xmlns:a="http://schemas.openxmlformats.org/drawingml/2006/main">
              <a:ext uri="{FF2B5EF4-FFF2-40B4-BE49-F238E27FC236}">
                <a16:creationId xmlns:a16="http://schemas.microsoft.com/office/drawing/2014/main" id="{0F3F17D2-05DB-4FBF-956B-FDB1C476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76950"/>
            <a:ext cx="1223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genda-num-3">
            <a:extLst xmlns:a="http://schemas.openxmlformats.org/drawingml/2006/main">
              <a:ext uri="{FF2B5EF4-FFF2-40B4-BE49-F238E27FC236}">
                <a16:creationId xmlns:a16="http://schemas.microsoft.com/office/drawing/2014/main" id="{53BAB74C-B2B2-4613-B2F8-6114E2E1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625" b="1" i="0">
                <a:solidFill>
                  <a:srgbClr val="0A6887"/>
                </a:solidFill>
                <a:latin typeface="Lora"/>
                <a:ea typeface="Lora"/>
                <a:cs typeface="Lora"/>
              </a:defRPr>
            </a:pPr>
            <a:r>
              <a:rPr sz="2625" b="1" i="0">
                <a:solidFill>
                  <a:srgbClr val="0A6887"/>
                </a:solidFill>
                <a:latin typeface="Lora"/>
                <a:ea typeface="Lora"/>
                <a:cs typeface="Lora"/>
              </a:rPr>
              <a:t>04</a:t>
            </a:r>
          </a:p>
        </p:txBody>
      </p:sp>
      <p:sp>
        <p:nvSpPr>
          <p:cNvPr id="17" name="agenda-topic-3">
            <a:extLst xmlns:a="http://schemas.openxmlformats.org/drawingml/2006/main">
              <a:ext uri="{FF2B5EF4-FFF2-40B4-BE49-F238E27FC236}">
                <a16:creationId xmlns:a16="http://schemas.microsoft.com/office/drawing/2014/main" id="{E1780E72-CE38-4341-893F-D83A4DA0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721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02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[SECTION TITLE]</a:t>
            </a:r>
          </a:p>
        </p:txBody>
      </p:sp>
      <p:sp>
        <p:nvSpPr>
          <p:cNvPr id="18" name="agenda-desc-3">
            <a:extLst xmlns:a="http://schemas.openxmlformats.org/drawingml/2006/main">
              <a:ext uri="{FF2B5EF4-FFF2-40B4-BE49-F238E27FC236}">
                <a16:creationId xmlns:a16="http://schemas.microsoft.com/office/drawing/2014/main" id="{34907C4B-864A-4F44-BEFB-AA1785C1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911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[Add a short description of what this section covers.]</a:t>
            </a:r>
          </a:p>
        </p:txBody>
      </p:sp>
    </p:spTree>
    <p:extLst>
      <p:ext uri="{BB962C8B-B14F-4D97-AF65-F5344CB8AC3E}">
        <p14:creationId xmlns:p14="http://schemas.microsoft.com/office/powerpoint/2010/main" val="17991133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0ED47EE3-03D6-42FA-8A1C-7A60768B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PRESENTATION OVERVIEW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FA4F0434-ACC5-4D27-88FE-42548FC6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[ADD A THREE-CHAPTER AGENDA TITLE]</a:t>
            </a:r>
          </a:p>
        </p:txBody>
      </p:sp>
      <p:sp>
        <p:nvSpPr>
          <p:cNvPr id="3" name="agenda3-rule-0">
            <a:extLst xmlns:a="http://schemas.openxmlformats.org/drawingml/2006/main">
              <a:ext uri="{FF2B5EF4-FFF2-40B4-BE49-F238E27FC236}">
                <a16:creationId xmlns:a16="http://schemas.microsoft.com/office/drawing/2014/main" id="{763E092B-5065-4363-910F-BFF53ACA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71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genda3-num-0">
            <a:extLst xmlns:a="http://schemas.openxmlformats.org/drawingml/2006/main">
              <a:ext uri="{FF2B5EF4-FFF2-40B4-BE49-F238E27FC236}">
                <a16:creationId xmlns:a16="http://schemas.microsoft.com/office/drawing/2014/main" id="{6CB2BA34-5F88-4646-B3D9-88A69371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91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 i="0">
                <a:solidFill>
                  <a:srgbClr val="0A6887"/>
                </a:solidFill>
                <a:latin typeface="Lora"/>
                <a:ea typeface="Lora"/>
                <a:cs typeface="Lora"/>
              </a:defRPr>
            </a:pPr>
            <a:r>
              <a:rPr sz="3600" b="1" i="0">
                <a:solidFill>
                  <a:srgbClr val="0A6887"/>
                </a:solidFill>
                <a:latin typeface="Lora"/>
                <a:ea typeface="Lora"/>
                <a:cs typeface="Lora"/>
              </a:rPr>
              <a:t>01</a:t>
            </a:r>
          </a:p>
        </p:txBody>
      </p:sp>
      <p:sp>
        <p:nvSpPr>
          <p:cNvPr id="5" name="agenda3-title-0">
            <a:extLst xmlns:a="http://schemas.openxmlformats.org/drawingml/2006/main">
              <a:ext uri="{FF2B5EF4-FFF2-40B4-BE49-F238E27FC236}">
                <a16:creationId xmlns:a16="http://schemas.microsoft.com/office/drawing/2014/main" id="{7EC618F5-0FC3-4996-9D04-33E9733F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32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[CHAPTER TITLE]</a:t>
            </a:r>
          </a:p>
        </p:txBody>
      </p:sp>
      <p:sp>
        <p:nvSpPr>
          <p:cNvPr id="6" name="agenda3-body-0">
            <a:extLst xmlns:a="http://schemas.openxmlformats.org/drawingml/2006/main">
              <a:ext uri="{FF2B5EF4-FFF2-40B4-BE49-F238E27FC236}">
                <a16:creationId xmlns:a16="http://schemas.microsoft.com/office/drawing/2014/main" id="{E852569A-86E5-47CE-86F2-D2CFEDD2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[Add one or two lines describing this chapter.]</a:t>
            </a:r>
          </a:p>
        </p:txBody>
      </p:sp>
      <p:sp>
        <p:nvSpPr>
          <p:cNvPr id="7" name="agenda3-rule-1">
            <a:extLst xmlns:a="http://schemas.openxmlformats.org/drawingml/2006/main">
              <a:ext uri="{FF2B5EF4-FFF2-40B4-BE49-F238E27FC236}">
                <a16:creationId xmlns:a16="http://schemas.microsoft.com/office/drawing/2014/main" id="{4F320CC9-E06E-4305-9329-DB72E2B0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2410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8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genda3-num-1">
            <a:extLst xmlns:a="http://schemas.openxmlformats.org/drawingml/2006/main">
              <a:ext uri="{FF2B5EF4-FFF2-40B4-BE49-F238E27FC236}">
                <a16:creationId xmlns:a16="http://schemas.microsoft.com/office/drawing/2014/main" id="{A7870C1C-A0A6-4C5B-82B6-9C65BCB7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47950"/>
            <a:ext cx="91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 i="0">
                <a:solidFill>
                  <a:srgbClr val="0A6887"/>
                </a:solidFill>
                <a:latin typeface="Lora"/>
                <a:ea typeface="Lora"/>
                <a:cs typeface="Lora"/>
              </a:defRPr>
            </a:pPr>
            <a:r>
              <a:rPr sz="3600" b="1" i="0">
                <a:solidFill>
                  <a:srgbClr val="0A6887"/>
                </a:solidFill>
                <a:latin typeface="Lora"/>
                <a:ea typeface="Lora"/>
                <a:cs typeface="Lora"/>
              </a:rPr>
              <a:t>02</a:t>
            </a:r>
          </a:p>
        </p:txBody>
      </p:sp>
      <p:sp>
        <p:nvSpPr>
          <p:cNvPr id="9" name="agenda3-title-1">
            <a:extLst xmlns:a="http://schemas.openxmlformats.org/drawingml/2006/main">
              <a:ext uri="{FF2B5EF4-FFF2-40B4-BE49-F238E27FC236}">
                <a16:creationId xmlns:a16="http://schemas.microsoft.com/office/drawing/2014/main" id="{B38FA070-C498-435B-885B-9AEE1E96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4330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32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[CHAPTER TITLE]</a:t>
            </a:r>
          </a:p>
        </p:txBody>
      </p:sp>
      <p:sp>
        <p:nvSpPr>
          <p:cNvPr id="10" name="agenda3-body-1">
            <a:extLst xmlns:a="http://schemas.openxmlformats.org/drawingml/2006/main">
              <a:ext uri="{FF2B5EF4-FFF2-40B4-BE49-F238E27FC236}">
                <a16:creationId xmlns:a16="http://schemas.microsoft.com/office/drawing/2014/main" id="{89D2FD8E-4007-4255-96E7-CEC9267B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57200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[Add one or two lines describing this chapter.]</a:t>
            </a:r>
          </a:p>
        </p:txBody>
      </p:sp>
      <p:sp>
        <p:nvSpPr>
          <p:cNvPr id="11" name="agenda3-rule-2">
            <a:extLst xmlns:a="http://schemas.openxmlformats.org/drawingml/2006/main">
              <a:ext uri="{FF2B5EF4-FFF2-40B4-BE49-F238E27FC236}">
                <a16:creationId xmlns:a16="http://schemas.microsoft.com/office/drawing/2014/main" id="{11F4A6CB-4A3E-4094-B109-674AD2FA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2410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71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genda3-num-2">
            <a:extLst xmlns:a="http://schemas.openxmlformats.org/drawingml/2006/main">
              <a:ext uri="{FF2B5EF4-FFF2-40B4-BE49-F238E27FC236}">
                <a16:creationId xmlns:a16="http://schemas.microsoft.com/office/drawing/2014/main" id="{F118E441-8E3A-41E2-9A25-2D933A20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47950"/>
            <a:ext cx="91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 i="0">
                <a:solidFill>
                  <a:srgbClr val="0A6887"/>
                </a:solidFill>
                <a:latin typeface="Lora"/>
                <a:ea typeface="Lora"/>
                <a:cs typeface="Lora"/>
              </a:defRPr>
            </a:pPr>
            <a:r>
              <a:rPr sz="3600" b="1" i="0">
                <a:solidFill>
                  <a:srgbClr val="0A6887"/>
                </a:solidFill>
                <a:latin typeface="Lora"/>
                <a:ea typeface="Lora"/>
                <a:cs typeface="Lora"/>
              </a:rPr>
              <a:t>03</a:t>
            </a:r>
          </a:p>
        </p:txBody>
      </p:sp>
      <p:sp>
        <p:nvSpPr>
          <p:cNvPr id="13" name="agenda3-title-2">
            <a:extLst xmlns:a="http://schemas.openxmlformats.org/drawingml/2006/main">
              <a:ext uri="{FF2B5EF4-FFF2-40B4-BE49-F238E27FC236}">
                <a16:creationId xmlns:a16="http://schemas.microsoft.com/office/drawing/2014/main" id="{25C8BB41-7E68-4246-B04C-9A6F0950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4330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32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[CHAPTER TITLE]</a:t>
            </a:r>
          </a:p>
        </p:txBody>
      </p:sp>
      <p:sp>
        <p:nvSpPr>
          <p:cNvPr id="14" name="agenda3-body-2">
            <a:extLst xmlns:a="http://schemas.openxmlformats.org/drawingml/2006/main">
              <a:ext uri="{FF2B5EF4-FFF2-40B4-BE49-F238E27FC236}">
                <a16:creationId xmlns:a16="http://schemas.microsoft.com/office/drawing/2014/main" id="{AFB836D2-E7D4-4B1F-A642-CDD75D0B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57200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[Add one or two lines describing this chapter.]</a:t>
            </a:r>
          </a:p>
        </p:txBody>
      </p:sp>
    </p:spTree>
    <p:extLst>
      <p:ext uri="{BB962C8B-B14F-4D97-AF65-F5344CB8AC3E}">
        <p14:creationId xmlns:p14="http://schemas.microsoft.com/office/powerpoint/2010/main" val="71209586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B3C9F9BD-DA33-4E6D-A255-C0A1D692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PRESENTATION OVERVIEW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EE1BEE53-1C2B-42F8-96B1-655DFD9A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[ADD A JOURNEY-STYLE AGENDA TITLE]</a:t>
            </a:r>
          </a:p>
        </p:txBody>
      </p:sp>
      <p:sp>
        <p:nvSpPr>
          <p:cNvPr id="3" name="agenda-journey-line">
            <a:extLst xmlns:a="http://schemas.openxmlformats.org/drawingml/2006/main">
              <a:ext uri="{FF2B5EF4-FFF2-40B4-BE49-F238E27FC236}">
                <a16:creationId xmlns:a16="http://schemas.microsoft.com/office/drawing/2014/main" id="{2A50377B-D5FD-4FE0-BF8B-5F88EE92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8145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71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genda-journey-node-0">
            <a:extLst xmlns:a="http://schemas.openxmlformats.org/drawingml/2006/main">
              <a:ext uri="{FF2B5EF4-FFF2-40B4-BE49-F238E27FC236}">
                <a16:creationId xmlns:a16="http://schemas.microsoft.com/office/drawing/2014/main" id="{8FCF7699-D03E-4921-9E6B-B4B767A8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100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887"/>
          </a:solidFill>
          <a:ln xmlns:a="http://schemas.openxmlformats.org/drawingml/2006/main" w="28575">
            <a:solidFill>
              <a:srgbClr val="0A6887"/>
            </a:solidFill>
            <a:prstDash val="solid"/>
          </a:ln>
        </p:spPr>
      </p:sp>
      <p:sp>
        <p:nvSpPr>
          <p:cNvPr id="5" name="agenda-journey-num-0">
            <a:extLst xmlns:a="http://schemas.openxmlformats.org/drawingml/2006/main">
              <a:ext uri="{FF2B5EF4-FFF2-40B4-BE49-F238E27FC236}">
                <a16:creationId xmlns:a16="http://schemas.microsoft.com/office/drawing/2014/main" id="{9D38E013-4616-4B02-8503-91548E15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2890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550" b="1" i="0">
                <a:solidFill>
                  <a:srgbClr val="0A6887"/>
                </a:solidFill>
                <a:latin typeface="Lora"/>
                <a:ea typeface="Lora"/>
                <a:cs typeface="Lora"/>
              </a:defRPr>
            </a:pPr>
            <a:r>
              <a:rPr sz="2550" b="1" i="0">
                <a:solidFill>
                  <a:srgbClr val="0A6887"/>
                </a:solidFill>
                <a:latin typeface="Lora"/>
                <a:ea typeface="Lora"/>
                <a:cs typeface="Lora"/>
              </a:rPr>
              <a:t>01</a:t>
            </a:r>
          </a:p>
        </p:txBody>
      </p:sp>
      <p:sp>
        <p:nvSpPr>
          <p:cNvPr id="6" name="agenda-journey-title-0">
            <a:extLst xmlns:a="http://schemas.openxmlformats.org/drawingml/2006/main">
              <a:ext uri="{FF2B5EF4-FFF2-40B4-BE49-F238E27FC236}">
                <a16:creationId xmlns:a16="http://schemas.microsoft.com/office/drawing/2014/main" id="{860DC7F4-D054-46BD-97B1-D878D102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91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72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[STEP]</a:t>
            </a:r>
          </a:p>
        </p:txBody>
      </p:sp>
      <p:sp>
        <p:nvSpPr>
          <p:cNvPr id="7" name="agenda-journey-body-0">
            <a:extLst xmlns:a="http://schemas.openxmlformats.org/drawingml/2006/main">
              <a:ext uri="{FF2B5EF4-FFF2-40B4-BE49-F238E27FC236}">
                <a16:creationId xmlns:a16="http://schemas.microsoft.com/office/drawing/2014/main" id="{CFEF8E6A-3D9E-407E-8816-8173231C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054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200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[Short description]</a:t>
            </a:r>
          </a:p>
        </p:txBody>
      </p:sp>
      <p:sp>
        <p:nvSpPr>
          <p:cNvPr id="8" name="agenda-journey-node-1">
            <a:extLst xmlns:a="http://schemas.openxmlformats.org/drawingml/2006/main">
              <a:ext uri="{FF2B5EF4-FFF2-40B4-BE49-F238E27FC236}">
                <a16:creationId xmlns:a16="http://schemas.microsoft.com/office/drawing/2014/main" id="{7D8A7164-CC59-4021-B82D-E810D83E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100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28575">
            <a:solidFill>
              <a:srgbClr val="0A6887"/>
            </a:solidFill>
            <a:prstDash val="solid"/>
          </a:ln>
        </p:spPr>
      </p:sp>
      <p:sp>
        <p:nvSpPr>
          <p:cNvPr id="9" name="agenda-journey-num-1">
            <a:extLst xmlns:a="http://schemas.openxmlformats.org/drawingml/2006/main">
              <a:ext uri="{FF2B5EF4-FFF2-40B4-BE49-F238E27FC236}">
                <a16:creationId xmlns:a16="http://schemas.microsoft.com/office/drawing/2014/main" id="{817EDF28-D825-4B05-9A27-B8399142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2890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550" b="1" i="0">
                <a:solidFill>
                  <a:srgbClr val="0A6887"/>
                </a:solidFill>
                <a:latin typeface="Lora"/>
                <a:ea typeface="Lora"/>
                <a:cs typeface="Lora"/>
              </a:defRPr>
            </a:pPr>
            <a:r>
              <a:rPr sz="2550" b="1" i="0">
                <a:solidFill>
                  <a:srgbClr val="0A6887"/>
                </a:solidFill>
                <a:latin typeface="Lora"/>
                <a:ea typeface="Lora"/>
                <a:cs typeface="Lora"/>
              </a:rPr>
              <a:t>02</a:t>
            </a:r>
          </a:p>
        </p:txBody>
      </p:sp>
      <p:sp>
        <p:nvSpPr>
          <p:cNvPr id="10" name="agenda-journey-title-1">
            <a:extLst xmlns:a="http://schemas.openxmlformats.org/drawingml/2006/main">
              <a:ext uri="{FF2B5EF4-FFF2-40B4-BE49-F238E27FC236}">
                <a16:creationId xmlns:a16="http://schemas.microsoft.com/office/drawing/2014/main" id="{7DF844C9-1BC9-4FA0-9EDD-95998911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91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72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[STEP]</a:t>
            </a:r>
          </a:p>
        </p:txBody>
      </p:sp>
      <p:sp>
        <p:nvSpPr>
          <p:cNvPr id="11" name="agenda-journey-body-1">
            <a:extLst xmlns:a="http://schemas.openxmlformats.org/drawingml/2006/main">
              <a:ext uri="{FF2B5EF4-FFF2-40B4-BE49-F238E27FC236}">
                <a16:creationId xmlns:a16="http://schemas.microsoft.com/office/drawing/2014/main" id="{5AF26DC4-B4B6-468B-8A9F-6F26F823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1054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200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[Short description]</a:t>
            </a:r>
          </a:p>
        </p:txBody>
      </p:sp>
      <p:sp>
        <p:nvSpPr>
          <p:cNvPr id="12" name="agenda-journey-node-2">
            <a:extLst xmlns:a="http://schemas.openxmlformats.org/drawingml/2006/main">
              <a:ext uri="{FF2B5EF4-FFF2-40B4-BE49-F238E27FC236}">
                <a16:creationId xmlns:a16="http://schemas.microsoft.com/office/drawing/2014/main" id="{8C2D8A25-6A72-41AD-BAFA-45125A5C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100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28575">
            <a:solidFill>
              <a:srgbClr val="0A6887"/>
            </a:solidFill>
            <a:prstDash val="solid"/>
          </a:ln>
        </p:spPr>
      </p:sp>
      <p:sp>
        <p:nvSpPr>
          <p:cNvPr id="13" name="agenda-journey-num-2">
            <a:extLst xmlns:a="http://schemas.openxmlformats.org/drawingml/2006/main">
              <a:ext uri="{FF2B5EF4-FFF2-40B4-BE49-F238E27FC236}">
                <a16:creationId xmlns:a16="http://schemas.microsoft.com/office/drawing/2014/main" id="{0D363799-8544-432F-9833-0CDA4827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2890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550" b="1" i="0">
                <a:solidFill>
                  <a:srgbClr val="0A6887"/>
                </a:solidFill>
                <a:latin typeface="Lora"/>
                <a:ea typeface="Lora"/>
                <a:cs typeface="Lora"/>
              </a:defRPr>
            </a:pPr>
            <a:r>
              <a:rPr sz="2550" b="1" i="0">
                <a:solidFill>
                  <a:srgbClr val="0A6887"/>
                </a:solidFill>
                <a:latin typeface="Lora"/>
                <a:ea typeface="Lora"/>
                <a:cs typeface="Lora"/>
              </a:rPr>
              <a:t>03</a:t>
            </a:r>
          </a:p>
        </p:txBody>
      </p:sp>
      <p:sp>
        <p:nvSpPr>
          <p:cNvPr id="14" name="agenda-journey-title-2">
            <a:extLst xmlns:a="http://schemas.openxmlformats.org/drawingml/2006/main">
              <a:ext uri="{FF2B5EF4-FFF2-40B4-BE49-F238E27FC236}">
                <a16:creationId xmlns:a16="http://schemas.microsoft.com/office/drawing/2014/main" id="{A0D04DD6-6C8E-45B6-B180-9C5689AA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91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72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[STEP]</a:t>
            </a:r>
          </a:p>
        </p:txBody>
      </p:sp>
      <p:sp>
        <p:nvSpPr>
          <p:cNvPr id="15" name="agenda-journey-body-2">
            <a:extLst xmlns:a="http://schemas.openxmlformats.org/drawingml/2006/main">
              <a:ext uri="{FF2B5EF4-FFF2-40B4-BE49-F238E27FC236}">
                <a16:creationId xmlns:a16="http://schemas.microsoft.com/office/drawing/2014/main" id="{4B481D12-EE36-4B4A-8A62-3C61345A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1054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200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[Short description]</a:t>
            </a:r>
          </a:p>
        </p:txBody>
      </p:sp>
      <p:sp>
        <p:nvSpPr>
          <p:cNvPr id="16" name="agenda-journey-node-3">
            <a:extLst xmlns:a="http://schemas.openxmlformats.org/drawingml/2006/main">
              <a:ext uri="{FF2B5EF4-FFF2-40B4-BE49-F238E27FC236}">
                <a16:creationId xmlns:a16="http://schemas.microsoft.com/office/drawing/2014/main" id="{3F2D9FA9-3E94-4411-BC16-E587D6F2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100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28575">
            <a:solidFill>
              <a:srgbClr val="0A6887"/>
            </a:solidFill>
            <a:prstDash val="solid"/>
          </a:ln>
        </p:spPr>
      </p:sp>
      <p:sp>
        <p:nvSpPr>
          <p:cNvPr id="17" name="agenda-journey-num-3">
            <a:extLst xmlns:a="http://schemas.openxmlformats.org/drawingml/2006/main">
              <a:ext uri="{FF2B5EF4-FFF2-40B4-BE49-F238E27FC236}">
                <a16:creationId xmlns:a16="http://schemas.microsoft.com/office/drawing/2014/main" id="{E2DBFD3E-3046-4300-AF16-A387F2E0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2890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550" b="1" i="0">
                <a:solidFill>
                  <a:srgbClr val="0A6887"/>
                </a:solidFill>
                <a:latin typeface="Lora"/>
                <a:ea typeface="Lora"/>
                <a:cs typeface="Lora"/>
              </a:defRPr>
            </a:pPr>
            <a:r>
              <a:rPr sz="2550" b="1" i="0">
                <a:solidFill>
                  <a:srgbClr val="0A6887"/>
                </a:solidFill>
                <a:latin typeface="Lora"/>
                <a:ea typeface="Lora"/>
                <a:cs typeface="Lora"/>
              </a:rPr>
              <a:t>04</a:t>
            </a:r>
          </a:p>
        </p:txBody>
      </p:sp>
      <p:sp>
        <p:nvSpPr>
          <p:cNvPr id="18" name="agenda-journey-title-3">
            <a:extLst xmlns:a="http://schemas.openxmlformats.org/drawingml/2006/main">
              <a:ext uri="{FF2B5EF4-FFF2-40B4-BE49-F238E27FC236}">
                <a16:creationId xmlns:a16="http://schemas.microsoft.com/office/drawing/2014/main" id="{A966989F-9637-409D-8A0A-B77489DA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91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72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[STEP]</a:t>
            </a:r>
          </a:p>
        </p:txBody>
      </p:sp>
      <p:sp>
        <p:nvSpPr>
          <p:cNvPr id="19" name="agenda-journey-body-3">
            <a:extLst xmlns:a="http://schemas.openxmlformats.org/drawingml/2006/main">
              <a:ext uri="{FF2B5EF4-FFF2-40B4-BE49-F238E27FC236}">
                <a16:creationId xmlns:a16="http://schemas.microsoft.com/office/drawing/2014/main" id="{555725C1-C4A3-4739-A7EC-1DDA5E4A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054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200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[Short description]</a:t>
            </a:r>
          </a:p>
        </p:txBody>
      </p:sp>
      <p:sp>
        <p:nvSpPr>
          <p:cNvPr id="20" name="agenda-journey-node-4">
            <a:extLst xmlns:a="http://schemas.openxmlformats.org/drawingml/2006/main">
              <a:ext uri="{FF2B5EF4-FFF2-40B4-BE49-F238E27FC236}">
                <a16:creationId xmlns:a16="http://schemas.microsoft.com/office/drawing/2014/main" id="{72E490A4-61FD-41CC-8A06-FB0AD4F9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38100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28575">
            <a:solidFill>
              <a:srgbClr val="0A6887"/>
            </a:solidFill>
            <a:prstDash val="solid"/>
          </a:ln>
        </p:spPr>
      </p:sp>
      <p:sp>
        <p:nvSpPr>
          <p:cNvPr id="21" name="agenda-journey-num-4">
            <a:extLst xmlns:a="http://schemas.openxmlformats.org/drawingml/2006/main">
              <a:ext uri="{FF2B5EF4-FFF2-40B4-BE49-F238E27FC236}">
                <a16:creationId xmlns:a16="http://schemas.microsoft.com/office/drawing/2014/main" id="{E6C93193-181E-443F-89F3-7F475938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262890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550" b="1" i="0">
                <a:solidFill>
                  <a:srgbClr val="0A6887"/>
                </a:solidFill>
                <a:latin typeface="Lora"/>
                <a:ea typeface="Lora"/>
                <a:cs typeface="Lora"/>
              </a:defRPr>
            </a:pPr>
            <a:r>
              <a:rPr sz="2550" b="1" i="0">
                <a:solidFill>
                  <a:srgbClr val="0A6887"/>
                </a:solidFill>
                <a:latin typeface="Lora"/>
                <a:ea typeface="Lora"/>
                <a:cs typeface="Lora"/>
              </a:rPr>
              <a:t>05</a:t>
            </a:r>
          </a:p>
        </p:txBody>
      </p:sp>
      <p:sp>
        <p:nvSpPr>
          <p:cNvPr id="22" name="agenda-journey-title-4">
            <a:extLst xmlns:a="http://schemas.openxmlformats.org/drawingml/2006/main">
              <a:ext uri="{FF2B5EF4-FFF2-40B4-BE49-F238E27FC236}">
                <a16:creationId xmlns:a16="http://schemas.microsoft.com/office/drawing/2014/main" id="{C4767FC5-B87D-45BF-9F41-3223CA5A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591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72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[STEP]</a:t>
            </a:r>
          </a:p>
        </p:txBody>
      </p:sp>
      <p:sp>
        <p:nvSpPr>
          <p:cNvPr id="23" name="agenda-journey-body-4">
            <a:extLst xmlns:a="http://schemas.openxmlformats.org/drawingml/2006/main">
              <a:ext uri="{FF2B5EF4-FFF2-40B4-BE49-F238E27FC236}">
                <a16:creationId xmlns:a16="http://schemas.microsoft.com/office/drawing/2014/main" id="{9408D8C9-C942-4A2B-90AC-98203119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1054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200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[Short description]</a:t>
            </a:r>
          </a:p>
        </p:txBody>
      </p:sp>
    </p:spTree>
    <p:extLst>
      <p:ext uri="{BB962C8B-B14F-4D97-AF65-F5344CB8AC3E}">
        <p14:creationId xmlns:p14="http://schemas.microsoft.com/office/powerpoint/2010/main" val="20396277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4D6EDEDC-BE8A-471A-BE2D-4F775F7F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t>[SECTION 01]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43135908-C6C0-4E49-B2E4-1478334C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762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 i="0">
                <a:solidFill>
                  <a:srgbClr val="FBF9F4"/>
                </a:solidFill>
                <a:latin typeface="Lora"/>
                <a:ea typeface="Lora"/>
                <a:cs typeface="Lora"/>
              </a:defRPr>
            </a:pPr>
            <a:r>
              <a:t>[ADD SECTION TITLE]</a:t>
            </a:r>
          </a:p>
        </p:txBody>
      </p:sp>
      <p:sp>
        <p:nvSpPr>
          <p:cNvPr id="3" name="content-body-0">
            <a:extLst xmlns:a="http://schemas.openxmlformats.org/drawingml/2006/main">
              <a:ext uri="{FF2B5EF4-FFF2-40B4-BE49-F238E27FC236}">
                <a16:creationId xmlns:a16="http://schemas.microsoft.com/office/drawing/2014/main" id="{021E79A5-B1AC-4262-AD69-17D0A3AB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t>[Add one line that sets up the next chapter.]</a:t>
            </a:r>
          </a:p>
        </p:txBody>
      </p:sp>
    </p:spTree>
    <p:extLst>
      <p:ext uri="{BB962C8B-B14F-4D97-AF65-F5344CB8AC3E}">
        <p14:creationId xmlns:p14="http://schemas.microsoft.com/office/powerpoint/2010/main" val="151863372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e177171b04612"/>
          <a:srcRect xmlns:a="http://schemas.openxmlformats.org/drawingml/2006/main" l="0" t="859" r="0" b="8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divider-photo-panel">
            <a:extLst xmlns:a="http://schemas.openxmlformats.org/drawingml/2006/main">
              <a:ext uri="{FF2B5EF4-FFF2-40B4-BE49-F238E27FC236}">
                <a16:creationId xmlns:a16="http://schemas.microsoft.com/office/drawing/2014/main" id="{B48BA0FB-AEFC-40A4-AD58-C5DFE761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15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92f07fb8ce4a9b"/>
          <a:stretch xmlns:a="http://schemas.openxmlformats.org/drawingml/2006/main"/>
        </p:blipFill>
        <p:spPr>
          <a:xfrm xmlns:a="http://schemas.openxmlformats.org/drawingml/2006/main">
            <a:off x="742950" y="724813"/>
            <a:ext cx="552450" cy="398224"/>
          </a:xfrm>
          <a:prstGeom xmlns:a="http://schemas.openxmlformats.org/drawingml/2006/main" prst="rect">
            <a:avLst/>
          </a:prstGeom>
        </p:spPr>
      </p:pic>
      <p:sp>
        <p:nvSpPr>
          <p:cNvPr id="4" name="divider-photo-number">
            <a:extLst xmlns:a="http://schemas.openxmlformats.org/drawingml/2006/main">
              <a:ext uri="{FF2B5EF4-FFF2-40B4-BE49-F238E27FC236}">
                <a16:creationId xmlns:a16="http://schemas.microsoft.com/office/drawing/2014/main" id="{08B3A1AE-F537-413F-BB39-7C4A7FC7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D0E7ED"/>
                </a:solidFill>
                <a:latin typeface="DM Sans"/>
                <a:ea typeface="DM Sans"/>
                <a:cs typeface="DM Sans"/>
              </a:rPr>
              <a:t>[SECTION 02]</a:t>
            </a:r>
          </a:p>
        </p:txBody>
      </p:sp>
      <p:sp>
        <p:nvSpPr>
          <p:cNvPr id="5" name="divider-photo-title">
            <a:extLst xmlns:a="http://schemas.openxmlformats.org/drawingml/2006/main">
              <a:ext uri="{FF2B5EF4-FFF2-40B4-BE49-F238E27FC236}">
                <a16:creationId xmlns:a16="http://schemas.microsoft.com/office/drawing/2014/main" id="{C20FB700-DCDD-44DB-9E6A-CBA9ECEB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495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5100" b="1" i="0">
                <a:solidFill>
                  <a:srgbClr val="FBF9F4"/>
                </a:solidFill>
                <a:latin typeface="Lora"/>
                <a:ea typeface="Lora"/>
                <a:cs typeface="Lora"/>
              </a:defRPr>
            </a:pPr>
            <a:r>
              <a:rPr sz="5100" b="1" i="0">
                <a:solidFill>
                  <a:srgbClr val="FBF9F4"/>
                </a:solidFill>
                <a:latin typeface="Lora"/>
                <a:ea typeface="Lora"/>
                <a:cs typeface="Lora"/>
              </a:rPr>
              <a:t>[ADD SECTION TITLE]</a:t>
            </a:r>
          </a:p>
        </p:txBody>
      </p:sp>
      <p:sp>
        <p:nvSpPr>
          <p:cNvPr id="6" name="divider-photo-body">
            <a:extLst xmlns:a="http://schemas.openxmlformats.org/drawingml/2006/main">
              <a:ext uri="{FF2B5EF4-FFF2-40B4-BE49-F238E27FC236}">
                <a16:creationId xmlns:a16="http://schemas.microsoft.com/office/drawing/2014/main" id="{C088C89C-30C9-498F-86E2-D55B23CC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rPr sz="1725" b="0" i="0">
                <a:solidFill>
                  <a:srgbClr val="D0E7ED"/>
                </a:solidFill>
                <a:latin typeface="DM Sans"/>
                <a:ea typeface="DM Sans"/>
                <a:cs typeface="DM Sans"/>
              </a:rPr>
              <a:t>[Add one line that sets up the next chapter.]</a:t>
            </a:r>
          </a:p>
        </p:txBody>
      </p:sp>
    </p:spTree>
    <p:extLst>
      <p:ext uri="{BB962C8B-B14F-4D97-AF65-F5344CB8AC3E}">
        <p14:creationId xmlns:p14="http://schemas.microsoft.com/office/powerpoint/2010/main" val="1469859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6f3c95886d4aff"/>
          <a:stretch xmlns:a="http://schemas.openxmlformats.org/drawingml/2006/main"/>
        </p:blipFill>
        <p:spPr>
          <a:xfrm xmlns:a="http://schemas.openxmlformats.org/drawingml/2006/main">
            <a:off x="742950" y="735886"/>
            <a:ext cx="495300" cy="357029"/>
          </a:xfrm>
          <a:prstGeom xmlns:a="http://schemas.openxmlformats.org/drawingml/2006/main" prst="rect">
            <a:avLst/>
          </a:prstGeom>
        </p:spPr>
      </p:pic>
      <p:sp>
        <p:nvSpPr>
          <p:cNvPr id="2" name="divider-minimal-rule">
            <a:extLst xmlns:a="http://schemas.openxmlformats.org/drawingml/2006/main">
              <a:ext uri="{FF2B5EF4-FFF2-40B4-BE49-F238E27FC236}">
                <a16:creationId xmlns:a16="http://schemas.microsoft.com/office/drawing/2014/main" id="{A7988052-0F2A-47DA-BA40-E5B85BDF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1200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8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vider-minimal-number">
            <a:extLst xmlns:a="http://schemas.openxmlformats.org/drawingml/2006/main">
              <a:ext uri="{FF2B5EF4-FFF2-40B4-BE49-F238E27FC236}">
                <a16:creationId xmlns:a16="http://schemas.microsoft.com/office/drawing/2014/main" id="{5225B3BA-8F54-41EE-9ABA-0B59C0DD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[SECTION 03]</a:t>
            </a:r>
          </a:p>
        </p:txBody>
      </p:sp>
      <p:sp>
        <p:nvSpPr>
          <p:cNvPr id="4" name="divider-minimal-title">
            <a:extLst xmlns:a="http://schemas.openxmlformats.org/drawingml/2006/main">
              <a:ext uri="{FF2B5EF4-FFF2-40B4-BE49-F238E27FC236}">
                <a16:creationId xmlns:a16="http://schemas.microsoft.com/office/drawing/2014/main" id="{97550781-E5E0-43C5-A3FF-F02142DC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971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57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570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[ADD SECTION TITLE]</a:t>
            </a:r>
          </a:p>
        </p:txBody>
      </p:sp>
      <p:sp>
        <p:nvSpPr>
          <p:cNvPr id="5" name="divider-minimal-body">
            <a:extLst xmlns:a="http://schemas.openxmlformats.org/drawingml/2006/main">
              <a:ext uri="{FF2B5EF4-FFF2-40B4-BE49-F238E27FC236}">
                <a16:creationId xmlns:a16="http://schemas.microsoft.com/office/drawing/2014/main" id="{0BF2631A-5CD3-402B-8315-609F2653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800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[Add one line that sets up the next chapter.]</a:t>
            </a:r>
          </a:p>
        </p:txBody>
      </p:sp>
      <p:sp>
        <p:nvSpPr>
          <p:cNvPr id="6" name="divider-minimal-footer">
            <a:extLst xmlns:a="http://schemas.openxmlformats.org/drawingml/2006/main">
              <a:ext uri="{FF2B5EF4-FFF2-40B4-BE49-F238E27FC236}">
                <a16:creationId xmlns:a16="http://schemas.microsoft.com/office/drawing/2014/main" id="{A9F68F34-A338-4A05-96CE-212247CE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162800"/>
            <a:ext cx="1223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079172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ivider-foam-panel">
            <a:extLst xmlns:a="http://schemas.openxmlformats.org/drawingml/2006/main">
              <a:ext uri="{FF2B5EF4-FFF2-40B4-BE49-F238E27FC236}">
                <a16:creationId xmlns:a16="http://schemas.microsoft.com/office/drawing/2014/main" id="{224BC9E6-FAF0-4737-B6C0-B2AA47D0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15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f1144bda994e35"/>
          <a:stretch xmlns:a="http://schemas.openxmlformats.org/drawingml/2006/main"/>
        </p:blipFill>
        <p:spPr>
          <a:xfrm xmlns:a="http://schemas.openxmlformats.org/drawingml/2006/main">
            <a:off x="209550" y="1695450"/>
            <a:ext cx="4476750" cy="4476750"/>
          </a:xfrm>
          <a:prstGeom xmlns:a="http://schemas.openxmlformats.org/drawingml/2006/main" prst="rect">
            <a:avLst/>
          </a:prstGeom>
        </p:spPr>
      </p:pic>
      <p:sp>
        <p:nvSpPr>
          <p:cNvPr id="3" name="divider-foam-number">
            <a:extLst xmlns:a="http://schemas.openxmlformats.org/drawingml/2006/main">
              <a:ext uri="{FF2B5EF4-FFF2-40B4-BE49-F238E27FC236}">
                <a16:creationId xmlns:a16="http://schemas.microsoft.com/office/drawing/2014/main" id="{F50A5A20-70A5-44E3-8F06-38A30C66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[SECTION 04]</a:t>
            </a:r>
          </a:p>
        </p:txBody>
      </p:sp>
      <p:sp>
        <p:nvSpPr>
          <p:cNvPr id="4" name="divider-foam-title">
            <a:extLst xmlns:a="http://schemas.openxmlformats.org/drawingml/2006/main">
              <a:ext uri="{FF2B5EF4-FFF2-40B4-BE49-F238E27FC236}">
                <a16:creationId xmlns:a16="http://schemas.microsoft.com/office/drawing/2014/main" id="{EF4F242C-A61A-4AE2-939B-2A477C2B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0515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502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502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[ADD SECTION TITLE]</a:t>
            </a:r>
          </a:p>
        </p:txBody>
      </p:sp>
      <p:sp>
        <p:nvSpPr>
          <p:cNvPr id="5" name="divider-foam-body">
            <a:extLst xmlns:a="http://schemas.openxmlformats.org/drawingml/2006/main">
              <a:ext uri="{FF2B5EF4-FFF2-40B4-BE49-F238E27FC236}">
                <a16:creationId xmlns:a16="http://schemas.microsoft.com/office/drawing/2014/main" id="{DAE33EFE-F68A-4173-954E-E2164C46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14950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7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[Add one line that sets up the next chapter.]</a:t>
            </a:r>
          </a:p>
        </p:txBody>
      </p:sp>
    </p:spTree>
    <p:extLst>
      <p:ext uri="{BB962C8B-B14F-4D97-AF65-F5344CB8AC3E}">
        <p14:creationId xmlns:p14="http://schemas.microsoft.com/office/powerpoint/2010/main" val="40789226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5229AACF-4E4F-4A10-AC20-05B07066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SECTION / TOPIC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41AAFA1B-AE55-4810-AE49-2BECD2EE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[ADD A CLEAR, DECISION-LED TITLE]</a:t>
            </a:r>
          </a:p>
        </p:txBody>
      </p:sp>
      <p:sp>
        <p:nvSpPr>
          <p:cNvPr id="3" name="content-body-0">
            <a:extLst xmlns:a="http://schemas.openxmlformats.org/drawingml/2006/main">
              <a:ext uri="{FF2B5EF4-FFF2-40B4-BE49-F238E27FC236}">
                <a16:creationId xmlns:a16="http://schemas.microsoft.com/office/drawing/2014/main" id="{12D0B6D8-FA40-4272-840F-5E197305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98107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a short opening paragraph that establishes the context.]</a:t>
            </a:r>
          </a:p>
          <a:p xmlns:a="http://schemas.openxmlformats.org/drawingml/2006/main">
            <a:pPr algn="l">
              <a:defRPr sz="202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[Use a second paragraph to explain the implication or decision.]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202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first supporting point.]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202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second supporting point.]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202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third supporting point.]</a:t>
            </a:r>
          </a:p>
        </p:txBody>
      </p:sp>
    </p:spTree>
    <p:extLst>
      <p:ext uri="{BB962C8B-B14F-4D97-AF65-F5344CB8AC3E}">
        <p14:creationId xmlns:p14="http://schemas.microsoft.com/office/powerpoint/2010/main" val="39978754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846FB563-1764-4493-ACE1-C12A02EC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SECTION / TOPIC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2F77B6C1-350E-4C6F-992B-91BF1310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[ADD A CLEAR, DECISION-LED TITLE]</a:t>
            </a:r>
          </a:p>
        </p:txBody>
      </p:sp>
      <p:sp>
        <p:nvSpPr>
          <p:cNvPr id="3" name="content-body-0">
            <a:extLst xmlns:a="http://schemas.openxmlformats.org/drawingml/2006/main">
              <a:ext uri="{FF2B5EF4-FFF2-40B4-BE49-F238E27FC236}">
                <a16:creationId xmlns:a16="http://schemas.microsoft.com/office/drawing/2014/main" id="{51E6AE37-AB6E-424D-BBA5-599367E6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5619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2600" b="1">
                <a:solidFill>
                  <a:srgbClr val="074154"/>
                </a:solidFill>
              </a:rPr>
              <a:t>[LEFT COLUMN HEADING]</a:t>
            </a:r>
          </a:p>
          <a:p xmlns:a="http://schemas.openxmlformats.org/drawingml/2006/main">
            <a:pPr algn="l">
              <a:defRPr sz="172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left-side argument, context or current-state explanation.]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72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first supporting point.]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72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second supporting point.]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72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third supporting point.]</a:t>
            </a:r>
          </a:p>
        </p:txBody>
      </p:sp>
      <p:sp>
        <p:nvSpPr>
          <p:cNvPr id="4" name="content-body-1">
            <a:extLst xmlns:a="http://schemas.openxmlformats.org/drawingml/2006/main">
              <a:ext uri="{FF2B5EF4-FFF2-40B4-BE49-F238E27FC236}">
                <a16:creationId xmlns:a16="http://schemas.microsoft.com/office/drawing/2014/main" id="{9256CB56-95EE-48D9-915C-14F4E08B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76450"/>
            <a:ext cx="5619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2600" b="1">
                <a:solidFill>
                  <a:srgbClr val="074154"/>
                </a:solidFill>
              </a:rPr>
              <a:t>[RIGHT COLUMN HEADING]</a:t>
            </a:r>
          </a:p>
          <a:p xmlns:a="http://schemas.openxmlformats.org/drawingml/2006/main">
            <a:pPr algn="l">
              <a:defRPr sz="172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right-side argument, implication or future-state explanation.]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72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first supporting point.]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72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second supporting point.]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72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third supporting point.]</a:t>
            </a:r>
          </a:p>
        </p:txBody>
      </p:sp>
    </p:spTree>
    <p:extLst>
      <p:ext uri="{BB962C8B-B14F-4D97-AF65-F5344CB8AC3E}">
        <p14:creationId xmlns:p14="http://schemas.microsoft.com/office/powerpoint/2010/main" val="53718025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58B7321A-3882-414D-84B8-ACF6ED50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3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t>[VISION / POSITIONING]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58F4C396-3AE9-491C-9E71-626CEC9D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000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 i="0">
                <a:solidFill>
                  <a:srgbClr val="FBF9F4"/>
                </a:solidFill>
                <a:latin typeface="Lora"/>
                <a:ea typeface="Lora"/>
                <a:cs typeface="Lora"/>
              </a:defRPr>
            </a:pPr>
            <a:r>
              <a:t>[ADD ONE DEFINING STATEMENT]</a:t>
            </a:r>
          </a:p>
        </p:txBody>
      </p:sp>
      <p:sp>
        <p:nvSpPr>
          <p:cNvPr id="3" name="content-body-0">
            <a:extLst xmlns:a="http://schemas.openxmlformats.org/drawingml/2006/main">
              <a:ext uri="{FF2B5EF4-FFF2-40B4-BE49-F238E27FC236}">
                <a16:creationId xmlns:a16="http://schemas.microsoft.com/office/drawing/2014/main" id="{0ED5ED75-AC7F-45D5-928A-896CD6BE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t>[Add one supporting sentence that turns the statement into a clear implication.]</a:t>
            </a:r>
          </a:p>
        </p:txBody>
      </p:sp>
    </p:spTree>
    <p:extLst>
      <p:ext uri="{BB962C8B-B14F-4D97-AF65-F5344CB8AC3E}">
        <p14:creationId xmlns:p14="http://schemas.microsoft.com/office/powerpoint/2010/main" val="44880279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833D65C3-662F-4CFD-BF09-7D42DA7E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SECTION / TOPIC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BFCDD3BA-4146-47DF-8156-DAF84594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[ADD A CLEAR, DECISION-LED TITLE]</a:t>
            </a:r>
          </a:p>
        </p:txBody>
      </p:sp>
      <p:sp>
        <p:nvSpPr>
          <p:cNvPr id="3" name="threepoint-rule-0">
            <a:extLst xmlns:a="http://schemas.openxmlformats.org/drawingml/2006/main">
              <a:ext uri="{FF2B5EF4-FFF2-40B4-BE49-F238E27FC236}">
                <a16:creationId xmlns:a16="http://schemas.microsoft.com/office/drawing/2014/main" id="{96ACD070-701D-4E93-914A-9F6454A2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8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hreepoint-num-0">
            <a:extLst xmlns:a="http://schemas.openxmlformats.org/drawingml/2006/main">
              <a:ext uri="{FF2B5EF4-FFF2-40B4-BE49-F238E27FC236}">
                <a16:creationId xmlns:a16="http://schemas.microsoft.com/office/drawing/2014/main" id="{3399F8DC-093F-474B-B749-E92588C2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300" b="1" i="0">
                <a:solidFill>
                  <a:srgbClr val="0A6887"/>
                </a:solidFill>
                <a:latin typeface="Lora"/>
                <a:ea typeface="Lora"/>
                <a:cs typeface="Lora"/>
              </a:defRPr>
            </a:pPr>
            <a:r>
              <a:rPr sz="3300" b="1" i="0">
                <a:solidFill>
                  <a:srgbClr val="0A6887"/>
                </a:solidFill>
                <a:latin typeface="Lora"/>
                <a:ea typeface="Lora"/>
                <a:cs typeface="Lora"/>
              </a:rPr>
              <a:t>01</a:t>
            </a:r>
          </a:p>
        </p:txBody>
      </p:sp>
      <p:sp>
        <p:nvSpPr>
          <p:cNvPr id="5" name="threepoint-title-0">
            <a:extLst xmlns:a="http://schemas.openxmlformats.org/drawingml/2006/main">
              <a:ext uri="{FF2B5EF4-FFF2-40B4-BE49-F238E27FC236}">
                <a16:creationId xmlns:a16="http://schemas.microsoft.com/office/drawing/2014/main" id="{F2842EA7-92E5-475B-961C-3E0E03CC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17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[POINT TITLE]</a:t>
            </a:r>
          </a:p>
        </p:txBody>
      </p:sp>
      <p:sp>
        <p:nvSpPr>
          <p:cNvPr id="6" name="threepoint-body-0">
            <a:extLst xmlns:a="http://schemas.openxmlformats.org/drawingml/2006/main">
              <a:ext uri="{FF2B5EF4-FFF2-40B4-BE49-F238E27FC236}">
                <a16:creationId xmlns:a16="http://schemas.microsoft.com/office/drawing/2014/main" id="{5A25A695-4C1F-4C1B-BB22-4A427C47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[Add two or three concise sentences explaining this point and why it matters.]</a:t>
            </a:r>
          </a:p>
        </p:txBody>
      </p:sp>
      <p:sp>
        <p:nvSpPr>
          <p:cNvPr id="7" name="threepoint-rule-1">
            <a:extLst xmlns:a="http://schemas.openxmlformats.org/drawingml/2006/main">
              <a:ext uri="{FF2B5EF4-FFF2-40B4-BE49-F238E27FC236}">
                <a16:creationId xmlns:a16="http://schemas.microsoft.com/office/drawing/2014/main" id="{F1EC511B-E477-4125-B56E-E245A072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2410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71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hreepoint-num-1">
            <a:extLst xmlns:a="http://schemas.openxmlformats.org/drawingml/2006/main">
              <a:ext uri="{FF2B5EF4-FFF2-40B4-BE49-F238E27FC236}">
                <a16:creationId xmlns:a16="http://schemas.microsoft.com/office/drawing/2014/main" id="{D1A387A5-1DDE-4D1E-9177-640918DC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289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300" b="1" i="0">
                <a:solidFill>
                  <a:srgbClr val="0A6887"/>
                </a:solidFill>
                <a:latin typeface="Lora"/>
                <a:ea typeface="Lora"/>
                <a:cs typeface="Lora"/>
              </a:defRPr>
            </a:pPr>
            <a:r>
              <a:rPr sz="3300" b="1" i="0">
                <a:solidFill>
                  <a:srgbClr val="0A6887"/>
                </a:solidFill>
                <a:latin typeface="Lora"/>
                <a:ea typeface="Lora"/>
                <a:cs typeface="Lora"/>
              </a:rPr>
              <a:t>02</a:t>
            </a:r>
          </a:p>
        </p:txBody>
      </p:sp>
      <p:sp>
        <p:nvSpPr>
          <p:cNvPr id="9" name="threepoint-title-1">
            <a:extLst xmlns:a="http://schemas.openxmlformats.org/drawingml/2006/main">
              <a:ext uri="{FF2B5EF4-FFF2-40B4-BE49-F238E27FC236}">
                <a16:creationId xmlns:a16="http://schemas.microsoft.com/office/drawing/2014/main" id="{94BC8AA0-3D37-4579-862A-E9E4AF02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44805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17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[POINT TITLE]</a:t>
            </a:r>
          </a:p>
        </p:txBody>
      </p:sp>
      <p:sp>
        <p:nvSpPr>
          <p:cNvPr id="10" name="threepoint-body-1">
            <a:extLst xmlns:a="http://schemas.openxmlformats.org/drawingml/2006/main">
              <a:ext uri="{FF2B5EF4-FFF2-40B4-BE49-F238E27FC236}">
                <a16:creationId xmlns:a16="http://schemas.microsoft.com/office/drawing/2014/main" id="{230DD80A-CC12-447B-B0BC-7968B720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45770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[Add two or three concise sentences explaining this point and why it matters.]</a:t>
            </a:r>
          </a:p>
        </p:txBody>
      </p:sp>
      <p:sp>
        <p:nvSpPr>
          <p:cNvPr id="11" name="threepoint-rule-2">
            <a:extLst xmlns:a="http://schemas.openxmlformats.org/drawingml/2006/main">
              <a:ext uri="{FF2B5EF4-FFF2-40B4-BE49-F238E27FC236}">
                <a16:creationId xmlns:a16="http://schemas.microsoft.com/office/drawing/2014/main" id="{01DCBD3F-1D53-446E-89C5-90A10816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2410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71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hreepoint-num-2">
            <a:extLst xmlns:a="http://schemas.openxmlformats.org/drawingml/2006/main">
              <a:ext uri="{FF2B5EF4-FFF2-40B4-BE49-F238E27FC236}">
                <a16:creationId xmlns:a16="http://schemas.microsoft.com/office/drawing/2014/main" id="{2D300AB9-8997-42B1-A6AC-9D6D7A3D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289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300" b="1" i="0">
                <a:solidFill>
                  <a:srgbClr val="0A6887"/>
                </a:solidFill>
                <a:latin typeface="Lora"/>
                <a:ea typeface="Lora"/>
                <a:cs typeface="Lora"/>
              </a:defRPr>
            </a:pPr>
            <a:r>
              <a:rPr sz="3300" b="1" i="0">
                <a:solidFill>
                  <a:srgbClr val="0A6887"/>
                </a:solidFill>
                <a:latin typeface="Lora"/>
                <a:ea typeface="Lora"/>
                <a:cs typeface="Lora"/>
              </a:rPr>
              <a:t>03</a:t>
            </a:r>
          </a:p>
        </p:txBody>
      </p:sp>
      <p:sp>
        <p:nvSpPr>
          <p:cNvPr id="13" name="threepoint-title-2">
            <a:extLst xmlns:a="http://schemas.openxmlformats.org/drawingml/2006/main">
              <a:ext uri="{FF2B5EF4-FFF2-40B4-BE49-F238E27FC236}">
                <a16:creationId xmlns:a16="http://schemas.microsoft.com/office/drawing/2014/main" id="{9382D8B1-F618-46A5-BD7D-B8FBF551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4805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17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[POINT TITLE]</a:t>
            </a:r>
          </a:p>
        </p:txBody>
      </p:sp>
      <p:sp>
        <p:nvSpPr>
          <p:cNvPr id="14" name="threepoint-body-2">
            <a:extLst xmlns:a="http://schemas.openxmlformats.org/drawingml/2006/main">
              <a:ext uri="{FF2B5EF4-FFF2-40B4-BE49-F238E27FC236}">
                <a16:creationId xmlns:a16="http://schemas.microsoft.com/office/drawing/2014/main" id="{A1AAA94B-2A82-4167-8371-D4E54196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5770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[Add two or three concise sentences explaining this point and why it matters.]</a:t>
            </a:r>
          </a:p>
        </p:txBody>
      </p:sp>
    </p:spTree>
    <p:extLst>
      <p:ext uri="{BB962C8B-B14F-4D97-AF65-F5344CB8AC3E}">
        <p14:creationId xmlns:p14="http://schemas.microsoft.com/office/powerpoint/2010/main" val="88605386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34555D98-4CB5-4F08-B131-D608C2E3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SECTION / TOPIC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14C7EB40-9312-4E8D-A9A9-DFE03C18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[ADD A CLEAR, DECISION-LED TITLE]</a:t>
            </a:r>
          </a:p>
        </p:txBody>
      </p:sp>
      <p:sp>
        <p:nvSpPr>
          <p:cNvPr id="3" name="sidebar-panel">
            <a:extLst xmlns:a="http://schemas.openxmlformats.org/drawingml/2006/main">
              <a:ext uri="{FF2B5EF4-FFF2-40B4-BE49-F238E27FC236}">
                <a16:creationId xmlns:a16="http://schemas.microsoft.com/office/drawing/2014/main" id="{316C4D78-417F-4E32-B139-0CA1A37E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3429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7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idebar-kicker">
            <a:extLst xmlns:a="http://schemas.openxmlformats.org/drawingml/2006/main">
              <a:ext uri="{FF2B5EF4-FFF2-40B4-BE49-F238E27FC236}">
                <a16:creationId xmlns:a16="http://schemas.microsoft.com/office/drawing/2014/main" id="{B225DBC3-3698-4793-8EF5-69D97164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146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[SIDEBAR LABEL]</a:t>
            </a:r>
          </a:p>
        </p:txBody>
      </p:sp>
      <p:sp>
        <p:nvSpPr>
          <p:cNvPr id="5" name="sidebar-statement">
            <a:extLst xmlns:a="http://schemas.openxmlformats.org/drawingml/2006/main">
              <a:ext uri="{FF2B5EF4-FFF2-40B4-BE49-F238E27FC236}">
                <a16:creationId xmlns:a16="http://schemas.microsoft.com/office/drawing/2014/main" id="{B84FC85D-5101-4151-96A3-39A9EFC9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266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77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[Add a short key takeaway or definition.]</a:t>
            </a:r>
          </a:p>
        </p:txBody>
      </p:sp>
      <p:sp>
        <p:nvSpPr>
          <p:cNvPr id="6" name="sidebar-body">
            <a:extLst xmlns:a="http://schemas.openxmlformats.org/drawingml/2006/main">
              <a:ext uri="{FF2B5EF4-FFF2-40B4-BE49-F238E27FC236}">
                <a16:creationId xmlns:a16="http://schemas.microsoft.com/office/drawing/2014/main" id="{56DE32DF-0C26-453C-A5DE-D2E54426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47900"/>
            <a:ext cx="75247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main narrative here. Use two or three short paragraphs.]</a:t>
            </a:r>
          </a:p>
          <a:p xmlns:a="http://schemas.openxmlformats.org/drawingml/2006/main">
            <a:pPr algn="l"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[Explain the implication, evidence or next decision.]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first supporting point.]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second supporting point.]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third supporting point.]</a:t>
            </a:r>
          </a:p>
        </p:txBody>
      </p:sp>
    </p:spTree>
    <p:extLst>
      <p:ext uri="{BB962C8B-B14F-4D97-AF65-F5344CB8AC3E}">
        <p14:creationId xmlns:p14="http://schemas.microsoft.com/office/powerpoint/2010/main" val="86345631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CC07072A-7909-455C-BC95-B6590B4D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SECTION / TOPIC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A8E323BE-7146-4B4E-90A1-BDCBE3A1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[ADD A CLEAR, DECISION-LED TITLE]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f8c02cf407485d"/>
          <a:srcRect xmlns:a="http://schemas.openxmlformats.org/drawingml/2006/main" l="0" t="21467" r="0" b="214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2095500"/>
            <a:ext cx="5619750" cy="4286250"/>
          </a:xfrm>
          <a:prstGeom xmlns:a="http://schemas.openxmlformats.org/drawingml/2006/main" prst="rect">
            <a:avLst/>
          </a:prstGeom>
        </p:spPr>
      </p:pic>
      <p:sp>
        <p:nvSpPr>
          <p:cNvPr id="4" name="REPLACE IMAGE-78-220">
            <a:extLst xmlns:a="http://schemas.openxmlformats.org/drawingml/2006/main">
              <a:ext uri="{FF2B5EF4-FFF2-40B4-BE49-F238E27FC236}">
                <a16:creationId xmlns:a16="http://schemas.microsoft.com/office/drawing/2014/main" id="{9CFA49FE-5BD7-4242-A085-85DEB26C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76950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PLACE IMAGE-text-78-220">
            <a:extLst xmlns:a="http://schemas.openxmlformats.org/drawingml/2006/main">
              <a:ext uri="{FF2B5EF4-FFF2-40B4-BE49-F238E27FC236}">
                <a16:creationId xmlns:a16="http://schemas.microsoft.com/office/drawing/2014/main" id="{941348B0-4877-4D4B-A84C-784D753F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43625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REPLACE IMAGE</a:t>
            </a:r>
          </a:p>
        </p:txBody>
      </p:sp>
      <p:sp>
        <p:nvSpPr>
          <p:cNvPr id="6" name="content-body-0">
            <a:extLst xmlns:a="http://schemas.openxmlformats.org/drawingml/2006/main">
              <a:ext uri="{FF2B5EF4-FFF2-40B4-BE49-F238E27FC236}">
                <a16:creationId xmlns:a16="http://schemas.microsoft.com/office/drawing/2014/main" id="{70E22873-670C-42D5-860D-6F4DDAD8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43150"/>
            <a:ext cx="538162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2700" b="1">
                <a:solidFill>
                  <a:srgbClr val="074154"/>
                </a:solidFill>
              </a:rPr>
              <a:t>[ADD A SUPPORTING SUBHEAD]</a:t>
            </a:r>
          </a:p>
          <a:p xmlns:a="http://schemas.openxmlformats.org/drawingml/2006/main">
            <a:pPr algn="l">
              <a:defRPr sz="172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two or three concise sentences that explain what the image proves.]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72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first supporting point.]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72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second supporting point.]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72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third supporting point.]</a:t>
            </a:r>
          </a:p>
        </p:txBody>
      </p:sp>
    </p:spTree>
    <p:extLst>
      <p:ext uri="{BB962C8B-B14F-4D97-AF65-F5344CB8AC3E}">
        <p14:creationId xmlns:p14="http://schemas.microsoft.com/office/powerpoint/2010/main" val="11544576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D11A0B65-2117-4558-878E-2339D420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SECTION / TOPIC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DBBC743F-B15A-4753-B0DE-5E13EA59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[ADD A CLEAR, DECISION-LED TITLE]</a:t>
            </a:r>
          </a:p>
        </p:txBody>
      </p:sp>
      <p:sp>
        <p:nvSpPr>
          <p:cNvPr id="3" name="content-body-0">
            <a:extLst xmlns:a="http://schemas.openxmlformats.org/drawingml/2006/main">
              <a:ext uri="{FF2B5EF4-FFF2-40B4-BE49-F238E27FC236}">
                <a16:creationId xmlns:a16="http://schemas.microsoft.com/office/drawing/2014/main" id="{65BCBEA9-44F5-41C9-958E-700957A7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5143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2700" b="1">
                <a:solidFill>
                  <a:srgbClr val="074154"/>
                </a:solidFill>
              </a:rPr>
              <a:t>[ADD A SUPPORTING SUBHEAD]</a:t>
            </a:r>
          </a:p>
          <a:p xmlns:a="http://schemas.openxmlformats.org/drawingml/2006/main">
            <a:pPr algn="l">
              <a:defRPr sz="172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two or three concise sentences that establish the context and implication.]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72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first supporting point.]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72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second supporting point.]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72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third supporting point.]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b2a62e7d54f4b"/>
          <a:srcRect xmlns:a="http://schemas.openxmlformats.org/drawingml/2006/main" l="7902" t="0" r="79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2095500"/>
            <a:ext cx="6305550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REPLACE IMAGE-700-220">
            <a:extLst xmlns:a="http://schemas.openxmlformats.org/drawingml/2006/main">
              <a:ext uri="{FF2B5EF4-FFF2-40B4-BE49-F238E27FC236}">
                <a16:creationId xmlns:a16="http://schemas.microsoft.com/office/drawing/2014/main" id="{97BD1D6B-C22A-4FAC-8ABD-A93C26CC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076950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PLACE IMAGE-text-700-220">
            <a:extLst xmlns:a="http://schemas.openxmlformats.org/drawingml/2006/main">
              <a:ext uri="{FF2B5EF4-FFF2-40B4-BE49-F238E27FC236}">
                <a16:creationId xmlns:a16="http://schemas.microsoft.com/office/drawing/2014/main" id="{59976CF1-6C83-4B90-8A9B-8710D449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6143625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REPLACE IMAGE</a:t>
            </a:r>
          </a:p>
        </p:txBody>
      </p:sp>
    </p:spTree>
    <p:extLst>
      <p:ext uri="{BB962C8B-B14F-4D97-AF65-F5344CB8AC3E}">
        <p14:creationId xmlns:p14="http://schemas.microsoft.com/office/powerpoint/2010/main" val="11732669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25fe2849634ad8"/>
          <a:srcRect xmlns:a="http://schemas.openxmlformats.org/drawingml/2006/main" l="0" t="859" r="0" b="8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fullbleed-text-panel">
            <a:extLst xmlns:a="http://schemas.openxmlformats.org/drawingml/2006/main">
              <a:ext uri="{FF2B5EF4-FFF2-40B4-BE49-F238E27FC236}">
                <a16:creationId xmlns:a16="http://schemas.microsoft.com/office/drawing/2014/main" id="{5B5301EB-523D-4199-8F7F-0B89F77C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15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035cc1faec431f"/>
          <a:stretch xmlns:a="http://schemas.openxmlformats.org/drawingml/2006/main"/>
        </p:blipFill>
        <p:spPr>
          <a:xfrm xmlns:a="http://schemas.openxmlformats.org/drawingml/2006/main">
            <a:off x="742950" y="659686"/>
            <a:ext cx="495300" cy="357029"/>
          </a:xfrm>
          <a:prstGeom xmlns:a="http://schemas.openxmlformats.org/drawingml/2006/main" prst="rect">
            <a:avLst/>
          </a:prstGeom>
        </p:spPr>
      </p:pic>
      <p:sp>
        <p:nvSpPr>
          <p:cNvPr id="4" name="fullbleed-eyebrow">
            <a:extLst xmlns:a="http://schemas.openxmlformats.org/drawingml/2006/main">
              <a:ext uri="{FF2B5EF4-FFF2-40B4-BE49-F238E27FC236}">
                <a16:creationId xmlns:a16="http://schemas.microsoft.com/office/drawing/2014/main" id="{B21D2564-A445-4021-8AE9-40822D6D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rPr sz="1050" b="1" i="0">
                <a:solidFill>
                  <a:srgbClr val="D0E7ED"/>
                </a:solidFill>
                <a:latin typeface="DM Sans"/>
                <a:ea typeface="DM Sans"/>
                <a:cs typeface="DM Sans"/>
              </a:rPr>
              <a:t>[SECTION / TOPIC]</a:t>
            </a:r>
          </a:p>
        </p:txBody>
      </p:sp>
      <p:sp>
        <p:nvSpPr>
          <p:cNvPr id="5" name="fullbleed-title">
            <a:extLst xmlns:a="http://schemas.openxmlformats.org/drawingml/2006/main">
              <a:ext uri="{FF2B5EF4-FFF2-40B4-BE49-F238E27FC236}">
                <a16:creationId xmlns:a16="http://schemas.microsoft.com/office/drawing/2014/main" id="{CF3F364D-1244-4C8A-AD0B-1F51C03D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4191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125" b="1" i="0">
                <a:solidFill>
                  <a:srgbClr val="FBF9F4"/>
                </a:solidFill>
                <a:latin typeface="Lora"/>
                <a:ea typeface="Lora"/>
                <a:cs typeface="Lora"/>
              </a:defRPr>
            </a:pPr>
            <a:r>
              <a:rPr sz="4125" b="1" i="0">
                <a:solidFill>
                  <a:srgbClr val="FBF9F4"/>
                </a:solidFill>
                <a:latin typeface="Lora"/>
                <a:ea typeface="Lora"/>
                <a:cs typeface="Lora"/>
              </a:rPr>
              <a:t>[ADD A STRONG IMAGE-LED TITLE]</a:t>
            </a:r>
          </a:p>
        </p:txBody>
      </p:sp>
      <p:sp>
        <p:nvSpPr>
          <p:cNvPr id="6" name="fullbleed-body">
            <a:extLst xmlns:a="http://schemas.openxmlformats.org/drawingml/2006/main">
              <a:ext uri="{FF2B5EF4-FFF2-40B4-BE49-F238E27FC236}">
                <a16:creationId xmlns:a16="http://schemas.microsoft.com/office/drawing/2014/main" id="{013292AE-6E1B-4901-860D-6E2C8EB9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4000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D0E7ED"/>
                </a:solidFill>
                <a:latin typeface="DM Sans"/>
                <a:ea typeface="DM Sans"/>
                <a:cs typeface="DM Sans"/>
              </a:rPr>
              <a:t>[Add one short paragraph explaining why this image matters.]</a:t>
            </a:r>
          </a:p>
        </p:txBody>
      </p:sp>
      <p:sp>
        <p:nvSpPr>
          <p:cNvPr id="7" name="REPLACE IMAGE-610-0">
            <a:extLst xmlns:a="http://schemas.openxmlformats.org/drawingml/2006/main">
              <a:ext uri="{FF2B5EF4-FFF2-40B4-BE49-F238E27FC236}">
                <a16:creationId xmlns:a16="http://schemas.microsoft.com/office/drawing/2014/main" id="{90D57FDD-F9D6-4C61-B75A-F4D7C059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410450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PLACE IMAGE-text-610-0">
            <a:extLst xmlns:a="http://schemas.openxmlformats.org/drawingml/2006/main">
              <a:ext uri="{FF2B5EF4-FFF2-40B4-BE49-F238E27FC236}">
                <a16:creationId xmlns:a16="http://schemas.microsoft.com/office/drawing/2014/main" id="{67D73EFC-558E-41C2-8314-C5CE0BE0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7477125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REPLACE IMAGE</a:t>
            </a:r>
          </a:p>
        </p:txBody>
      </p:sp>
    </p:spTree>
    <p:extLst>
      <p:ext uri="{BB962C8B-B14F-4D97-AF65-F5344CB8AC3E}">
        <p14:creationId xmlns:p14="http://schemas.microsoft.com/office/powerpoint/2010/main" val="24476879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2FAD96F0-9BA8-45AC-AB3F-53D009E8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SECTION / TOPIC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23AE926E-E379-42B0-B88D-CB5CFA80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[ADD A CLEAR, DECISION-LED TITLE]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95fa20e3134d55"/>
          <a:srcRect xmlns:a="http://schemas.openxmlformats.org/drawingml/2006/main" l="0" t="27819" r="0" b="278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2019300"/>
            <a:ext cx="12230100" cy="3105150"/>
          </a:xfrm>
          <a:prstGeom xmlns:a="http://schemas.openxmlformats.org/drawingml/2006/main" prst="rect">
            <a:avLst/>
          </a:prstGeom>
        </p:spPr>
      </p:pic>
      <p:sp>
        <p:nvSpPr>
          <p:cNvPr id="4" name="REPLACE IMAGE-78-212">
            <a:extLst xmlns:a="http://schemas.openxmlformats.org/drawingml/2006/main">
              <a:ext uri="{FF2B5EF4-FFF2-40B4-BE49-F238E27FC236}">
                <a16:creationId xmlns:a16="http://schemas.microsoft.com/office/drawing/2014/main" id="{718A1064-8F0C-43C0-B034-F0AE40B1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PLACE IMAGE-text-78-212">
            <a:extLst xmlns:a="http://schemas.openxmlformats.org/drawingml/2006/main">
              <a:ext uri="{FF2B5EF4-FFF2-40B4-BE49-F238E27FC236}">
                <a16:creationId xmlns:a16="http://schemas.microsoft.com/office/drawing/2014/main" id="{5C1E4D83-AB78-4480-8FC3-8F4EA7D5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86325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REPLACE IMAGE</a:t>
            </a:r>
          </a:p>
        </p:txBody>
      </p:sp>
      <p:sp>
        <p:nvSpPr>
          <p:cNvPr id="6" name="panorama-caption-title">
            <a:extLst xmlns:a="http://schemas.openxmlformats.org/drawingml/2006/main">
              <a:ext uri="{FF2B5EF4-FFF2-40B4-BE49-F238E27FC236}">
                <a16:creationId xmlns:a16="http://schemas.microsoft.com/office/drawing/2014/main" id="{D9B5EF1E-BA4C-4403-885E-8F74D553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054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17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[ADD A SHORT CAPTION HEADLINE]</a:t>
            </a:r>
          </a:p>
        </p:txBody>
      </p:sp>
      <p:sp>
        <p:nvSpPr>
          <p:cNvPr id="7" name="panorama-caption-body">
            <a:extLst xmlns:a="http://schemas.openxmlformats.org/drawingml/2006/main">
              <a:ext uri="{FF2B5EF4-FFF2-40B4-BE49-F238E27FC236}">
                <a16:creationId xmlns:a16="http://schemas.microsoft.com/office/drawing/2014/main" id="{9C3662CE-0D77-4A71-9C23-8EE488F1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67350"/>
            <a:ext cx="6153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[Explain what the image shows and the implication the audience should take from it.]</a:t>
            </a:r>
          </a:p>
        </p:txBody>
      </p:sp>
    </p:spTree>
    <p:extLst>
      <p:ext uri="{BB962C8B-B14F-4D97-AF65-F5344CB8AC3E}">
        <p14:creationId xmlns:p14="http://schemas.microsoft.com/office/powerpoint/2010/main" val="1487249056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46BFDA05-3775-47B5-8C5E-888C6479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SECTION / TOPIC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B17BE3DD-B739-4E32-ABFE-41BFE310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[ADD A CLEAR, DECISION-LED TITLE]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47d9d05a1246c2"/>
          <a:srcRect xmlns:a="http://schemas.openxmlformats.org/drawingml/2006/main" l="0" t="13848" r="0" b="138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2095500"/>
            <a:ext cx="5810250" cy="3143250"/>
          </a:xfrm>
          <a:prstGeom xmlns:a="http://schemas.openxmlformats.org/drawingml/2006/main" prst="rect">
            <a:avLst/>
          </a:prstGeom>
        </p:spPr>
      </p:pic>
      <p:sp>
        <p:nvSpPr>
          <p:cNvPr id="4" name="REPLACE IMAGE-78-220">
            <a:extLst xmlns:a="http://schemas.openxmlformats.org/drawingml/2006/main">
              <a:ext uri="{FF2B5EF4-FFF2-40B4-BE49-F238E27FC236}">
                <a16:creationId xmlns:a16="http://schemas.microsoft.com/office/drawing/2014/main" id="{E41EA981-D5AD-4660-BB6F-01B0723C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PLACE IMAGE-text-78-220">
            <a:extLst xmlns:a="http://schemas.openxmlformats.org/drawingml/2006/main">
              <a:ext uri="{FF2B5EF4-FFF2-40B4-BE49-F238E27FC236}">
                <a16:creationId xmlns:a16="http://schemas.microsoft.com/office/drawing/2014/main" id="{EE0167A6-9ACC-4CE5-A9B0-3A058991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00625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REPLACE IMAGE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1b0c9d912c4e0d"/>
          <a:srcRect xmlns:a="http://schemas.openxmlformats.org/drawingml/2006/main" l="0" t="2738" r="0" b="27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62800" y="2095500"/>
            <a:ext cx="5810250" cy="3143250"/>
          </a:xfrm>
          <a:prstGeom xmlns:a="http://schemas.openxmlformats.org/drawingml/2006/main" prst="rect">
            <a:avLst/>
          </a:prstGeom>
        </p:spPr>
      </p:pic>
      <p:sp>
        <p:nvSpPr>
          <p:cNvPr id="7" name="REPLACE IMAGE-752-220">
            <a:extLst xmlns:a="http://schemas.openxmlformats.org/drawingml/2006/main">
              <a:ext uri="{FF2B5EF4-FFF2-40B4-BE49-F238E27FC236}">
                <a16:creationId xmlns:a16="http://schemas.microsoft.com/office/drawing/2014/main" id="{00C0E58A-597A-4493-9F43-D778DDF8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33950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PLACE IMAGE-text-752-220">
            <a:extLst xmlns:a="http://schemas.openxmlformats.org/drawingml/2006/main">
              <a:ext uri="{FF2B5EF4-FFF2-40B4-BE49-F238E27FC236}">
                <a16:creationId xmlns:a16="http://schemas.microsoft.com/office/drawing/2014/main" id="{44CF5E73-B971-4627-8667-1DF2D9C8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000625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REPLACE IMAGE</a:t>
            </a:r>
          </a:p>
        </p:txBody>
      </p:sp>
      <p:sp>
        <p:nvSpPr>
          <p:cNvPr id="9" name="twoimage-title-a">
            <a:extLst xmlns:a="http://schemas.openxmlformats.org/drawingml/2006/main">
              <a:ext uri="{FF2B5EF4-FFF2-40B4-BE49-F238E27FC236}">
                <a16:creationId xmlns:a16="http://schemas.microsoft.com/office/drawing/2014/main" id="{F8AD6B4C-D591-438B-96FD-A35E06E8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02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[LEFT IMAGE TITLE]</a:t>
            </a:r>
          </a:p>
        </p:txBody>
      </p:sp>
      <p:sp>
        <p:nvSpPr>
          <p:cNvPr id="10" name="twoimage-title-b">
            <a:extLst xmlns:a="http://schemas.openxmlformats.org/drawingml/2006/main">
              <a:ext uri="{FF2B5EF4-FFF2-40B4-BE49-F238E27FC236}">
                <a16:creationId xmlns:a16="http://schemas.microsoft.com/office/drawing/2014/main" id="{D4444180-ECB9-4F85-9C70-02782CFA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5626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02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[RIGHT IMAGE TITLE]</a:t>
            </a:r>
          </a:p>
        </p:txBody>
      </p:sp>
      <p:sp>
        <p:nvSpPr>
          <p:cNvPr id="11" name="twoimage-caption-a">
            <a:extLst xmlns:a="http://schemas.openxmlformats.org/drawingml/2006/main">
              <a:ext uri="{FF2B5EF4-FFF2-40B4-BE49-F238E27FC236}">
                <a16:creationId xmlns:a16="http://schemas.microsoft.com/office/drawing/2014/main" id="{DA85BBF6-E813-4162-8CD8-6C1C9F2C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579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[Add one sentence explaining the first image.]</a:t>
            </a:r>
          </a:p>
        </p:txBody>
      </p:sp>
      <p:sp>
        <p:nvSpPr>
          <p:cNvPr id="12" name="twoimage-caption-b">
            <a:extLst xmlns:a="http://schemas.openxmlformats.org/drawingml/2006/main">
              <a:ext uri="{FF2B5EF4-FFF2-40B4-BE49-F238E27FC236}">
                <a16:creationId xmlns:a16="http://schemas.microsoft.com/office/drawing/2014/main" id="{96F275D4-65B7-4659-AF02-1DF46FC5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0579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[Add one sentence explaining the second image.]</a:t>
            </a:r>
          </a:p>
        </p:txBody>
      </p:sp>
    </p:spTree>
    <p:extLst>
      <p:ext uri="{BB962C8B-B14F-4D97-AF65-F5344CB8AC3E}">
        <p14:creationId xmlns:p14="http://schemas.microsoft.com/office/powerpoint/2010/main" val="123323193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4136072874fa4"/>
          <a:srcRect xmlns:a="http://schemas.openxmlformats.org/drawingml/2006/main" l="0" t="859" r="0" b="8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quote-panel">
            <a:extLst xmlns:a="http://schemas.openxmlformats.org/drawingml/2006/main">
              <a:ext uri="{FF2B5EF4-FFF2-40B4-BE49-F238E27FC236}">
                <a16:creationId xmlns:a16="http://schemas.microsoft.com/office/drawing/2014/main" id="{5AEDC6E6-8FB5-42C2-9F4E-A95DD431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15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c0118dc3eb4688"/>
          <a:stretch xmlns:a="http://schemas.openxmlformats.org/drawingml/2006/main"/>
        </p:blipFill>
        <p:spPr>
          <a:xfrm xmlns:a="http://schemas.openxmlformats.org/drawingml/2006/main">
            <a:off x="781050" y="610985"/>
            <a:ext cx="2667000" cy="378229"/>
          </a:xfrm>
          <a:prstGeom xmlns:a="http://schemas.openxmlformats.org/drawingml/2006/main" prst="rect">
            <a:avLst/>
          </a:prstGeom>
        </p:spPr>
      </p:pic>
      <p:sp>
        <p:nvSpPr>
          <p:cNvPr id="4" name="quote-eyebrow">
            <a:extLst xmlns:a="http://schemas.openxmlformats.org/drawingml/2006/main">
              <a:ext uri="{FF2B5EF4-FFF2-40B4-BE49-F238E27FC236}">
                <a16:creationId xmlns:a16="http://schemas.microsoft.com/office/drawing/2014/main" id="{80FF559B-99CE-45CF-B84B-C6D1D7F5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D0E7ED"/>
                </a:solidFill>
                <a:latin typeface="DM Sans"/>
                <a:ea typeface="DM Sans"/>
                <a:cs typeface="DM Sans"/>
              </a:rPr>
              <a:t>[PROOF / TESTIMONY]</a:t>
            </a:r>
          </a:p>
        </p:txBody>
      </p:sp>
      <p:sp>
        <p:nvSpPr>
          <p:cNvPr id="5" name="quote-text">
            <a:extLst xmlns:a="http://schemas.openxmlformats.org/drawingml/2006/main">
              <a:ext uri="{FF2B5EF4-FFF2-40B4-BE49-F238E27FC236}">
                <a16:creationId xmlns:a16="http://schemas.microsoft.com/office/drawing/2014/main" id="{B2B714E5-CF98-47DE-91B2-7A8470A3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5143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900" b="1" i="0">
                <a:solidFill>
                  <a:srgbClr val="FBF9F4"/>
                </a:solidFill>
                <a:latin typeface="Lora"/>
                <a:ea typeface="Lora"/>
                <a:cs typeface="Lora"/>
              </a:defRPr>
            </a:pPr>
            <a:r>
              <a:rPr sz="3900" b="1" i="0">
                <a:solidFill>
                  <a:srgbClr val="FBF9F4"/>
                </a:solidFill>
                <a:latin typeface="Lora"/>
                <a:ea typeface="Lora"/>
                <a:cs typeface="Lora"/>
              </a:rPr>
              <a:t>“[ADD A CONCISE QUOTE OR PROOF POINT.]”</a:t>
            </a:r>
          </a:p>
        </p:txBody>
      </p:sp>
      <p:sp>
        <p:nvSpPr>
          <p:cNvPr id="6" name="quote-source">
            <a:extLst xmlns:a="http://schemas.openxmlformats.org/drawingml/2006/main">
              <a:ext uri="{FF2B5EF4-FFF2-40B4-BE49-F238E27FC236}">
                <a16:creationId xmlns:a16="http://schemas.microsoft.com/office/drawing/2014/main" id="{6A16B1CF-C668-48CA-82E8-D1CD036A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rPr sz="1350" b="1" i="0">
                <a:solidFill>
                  <a:srgbClr val="D0E7ED"/>
                </a:solidFill>
                <a:latin typeface="DM Sans"/>
                <a:ea typeface="DM Sans"/>
                <a:cs typeface="DM Sans"/>
              </a:rPr>
              <a:t>[Name] · [Role] · [Organisation]</a:t>
            </a:r>
          </a:p>
        </p:txBody>
      </p:sp>
      <p:sp>
        <p:nvSpPr>
          <p:cNvPr id="7" name="REPLACE IMAGE-720-0">
            <a:extLst xmlns:a="http://schemas.openxmlformats.org/drawingml/2006/main">
              <a:ext uri="{FF2B5EF4-FFF2-40B4-BE49-F238E27FC236}">
                <a16:creationId xmlns:a16="http://schemas.microsoft.com/office/drawing/2014/main" id="{BE0AD70A-B1F6-483F-A05B-317FFBB9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410450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PLACE IMAGE-text-720-0">
            <a:extLst xmlns:a="http://schemas.openxmlformats.org/drawingml/2006/main">
              <a:ext uri="{FF2B5EF4-FFF2-40B4-BE49-F238E27FC236}">
                <a16:creationId xmlns:a16="http://schemas.microsoft.com/office/drawing/2014/main" id="{D6EFDB5F-90B5-43FF-91D9-B4D1AE72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7477125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REPLACE IMAGE</a:t>
            </a:r>
          </a:p>
        </p:txBody>
      </p:sp>
    </p:spTree>
    <p:extLst>
      <p:ext uri="{BB962C8B-B14F-4D97-AF65-F5344CB8AC3E}">
        <p14:creationId xmlns:p14="http://schemas.microsoft.com/office/powerpoint/2010/main" val="2112834008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4A99E2C7-B045-4F6B-9AF6-D959442E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KEY FIGURES / SNAPSHOT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C511A3BA-F6D6-4EFF-8851-CDF0695F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[ADD A CLEAR, DECISION-LED TITLE]</a:t>
            </a:r>
          </a:p>
        </p:txBody>
      </p:sp>
      <p:sp>
        <p:nvSpPr>
          <p:cNvPr id="3" name="metric3-rule-0">
            <a:extLst xmlns:a="http://schemas.openxmlformats.org/drawingml/2006/main">
              <a:ext uri="{FF2B5EF4-FFF2-40B4-BE49-F238E27FC236}">
                <a16:creationId xmlns:a16="http://schemas.microsoft.com/office/drawing/2014/main" id="{8CBF70E8-8FAC-4E72-8407-46E760ED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71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etric-value-78-[00]">
            <a:extLst xmlns:a="http://schemas.openxmlformats.org/drawingml/2006/main">
              <a:ext uri="{FF2B5EF4-FFF2-40B4-BE49-F238E27FC236}">
                <a16:creationId xmlns:a16="http://schemas.microsoft.com/office/drawing/2014/main" id="{E01E88B0-69B6-41A3-9A47-B91F1C0A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9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49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[00]</a:t>
            </a:r>
          </a:p>
        </p:txBody>
      </p:sp>
      <p:sp>
        <p:nvSpPr>
          <p:cNvPr id="5" name="metric-label-78-[Add the metric label and unit.]">
            <a:extLst xmlns:a="http://schemas.openxmlformats.org/drawingml/2006/main">
              <a:ext uri="{FF2B5EF4-FFF2-40B4-BE49-F238E27FC236}">
                <a16:creationId xmlns:a16="http://schemas.microsoft.com/office/drawing/2014/main" id="{C22F2B20-E140-4820-9E5F-26CAC871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2990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[Add the metric label and unit.]</a:t>
            </a:r>
          </a:p>
        </p:txBody>
      </p:sp>
      <p:sp>
        <p:nvSpPr>
          <p:cNvPr id="6" name="metric3-note-0">
            <a:extLst xmlns:a="http://schemas.openxmlformats.org/drawingml/2006/main">
              <a:ext uri="{FF2B5EF4-FFF2-40B4-BE49-F238E27FC236}">
                <a16:creationId xmlns:a16="http://schemas.microsoft.com/office/drawing/2014/main" id="{59D966A9-41A9-426A-A348-B2BE7257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[Optional one-line context]</a:t>
            </a:r>
          </a:p>
        </p:txBody>
      </p:sp>
      <p:sp>
        <p:nvSpPr>
          <p:cNvPr id="7" name="metric3-rule-1">
            <a:extLst xmlns:a="http://schemas.openxmlformats.org/drawingml/2006/main">
              <a:ext uri="{FF2B5EF4-FFF2-40B4-BE49-F238E27FC236}">
                <a16:creationId xmlns:a16="http://schemas.microsoft.com/office/drawing/2014/main" id="{00A36BB4-40B8-468A-90E2-2FB348EA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2410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8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value-516-[00]">
            <a:extLst xmlns:a="http://schemas.openxmlformats.org/drawingml/2006/main">
              <a:ext uri="{FF2B5EF4-FFF2-40B4-BE49-F238E27FC236}">
                <a16:creationId xmlns:a16="http://schemas.microsoft.com/office/drawing/2014/main" id="{60893512-1DDA-414F-8CFD-0D4905E3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575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950" b="1" i="0">
                <a:solidFill>
                  <a:srgbClr val="0A6887"/>
                </a:solidFill>
                <a:latin typeface="Lora"/>
                <a:ea typeface="Lora"/>
                <a:cs typeface="Lora"/>
              </a:defRPr>
            </a:pPr>
            <a:r>
              <a:rPr sz="4950" b="1" i="0">
                <a:solidFill>
                  <a:srgbClr val="0A6887"/>
                </a:solidFill>
                <a:latin typeface="Lora"/>
                <a:ea typeface="Lora"/>
                <a:cs typeface="Lora"/>
              </a:rPr>
              <a:t>[00]</a:t>
            </a:r>
          </a:p>
        </p:txBody>
      </p:sp>
      <p:sp>
        <p:nvSpPr>
          <p:cNvPr id="9" name="metric-label-516-[Add the metric label and unit.]">
            <a:extLst xmlns:a="http://schemas.openxmlformats.org/drawingml/2006/main">
              <a:ext uri="{FF2B5EF4-FFF2-40B4-BE49-F238E27FC236}">
                <a16:creationId xmlns:a16="http://schemas.microsoft.com/office/drawing/2014/main" id="{5C3B482F-D11C-4CAE-AB30-EAF36478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943350"/>
            <a:ext cx="2990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[Add the metric label and unit.]</a:t>
            </a:r>
          </a:p>
        </p:txBody>
      </p:sp>
      <p:sp>
        <p:nvSpPr>
          <p:cNvPr id="10" name="metric3-note-1">
            <a:extLst xmlns:a="http://schemas.openxmlformats.org/drawingml/2006/main">
              <a:ext uri="{FF2B5EF4-FFF2-40B4-BE49-F238E27FC236}">
                <a16:creationId xmlns:a16="http://schemas.microsoft.com/office/drawing/2014/main" id="{80E31534-4215-4944-B8C2-E558FA77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01015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[Optional one-line context]</a:t>
            </a:r>
          </a:p>
        </p:txBody>
      </p:sp>
      <p:sp>
        <p:nvSpPr>
          <p:cNvPr id="11" name="metric3-rule-2">
            <a:extLst xmlns:a="http://schemas.openxmlformats.org/drawingml/2006/main">
              <a:ext uri="{FF2B5EF4-FFF2-40B4-BE49-F238E27FC236}">
                <a16:creationId xmlns:a16="http://schemas.microsoft.com/office/drawing/2014/main" id="{5D4D7372-9805-4814-B326-1431C0E6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2410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71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ric-value-954-[00]">
            <a:extLst xmlns:a="http://schemas.openxmlformats.org/drawingml/2006/main">
              <a:ext uri="{FF2B5EF4-FFF2-40B4-BE49-F238E27FC236}">
                <a16:creationId xmlns:a16="http://schemas.microsoft.com/office/drawing/2014/main" id="{6AE2E7F7-8FAD-42F9-BDF7-51D8D2EC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575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9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49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[00]</a:t>
            </a:r>
          </a:p>
        </p:txBody>
      </p:sp>
      <p:sp>
        <p:nvSpPr>
          <p:cNvPr id="13" name="metric-label-954-[Add the metric label and unit.]">
            <a:extLst xmlns:a="http://schemas.openxmlformats.org/drawingml/2006/main">
              <a:ext uri="{FF2B5EF4-FFF2-40B4-BE49-F238E27FC236}">
                <a16:creationId xmlns:a16="http://schemas.microsoft.com/office/drawing/2014/main" id="{D5E7958E-9354-40F4-B0B1-CAA7873A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43350"/>
            <a:ext cx="2990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[Add the metric label and unit.]</a:t>
            </a:r>
          </a:p>
        </p:txBody>
      </p:sp>
      <p:sp>
        <p:nvSpPr>
          <p:cNvPr id="14" name="metric3-note-2">
            <a:extLst xmlns:a="http://schemas.openxmlformats.org/drawingml/2006/main">
              <a:ext uri="{FF2B5EF4-FFF2-40B4-BE49-F238E27FC236}">
                <a16:creationId xmlns:a16="http://schemas.microsoft.com/office/drawing/2014/main" id="{5BE338D2-E752-478F-BB14-50834B76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01015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[Optional one-line context]</a:t>
            </a:r>
          </a:p>
        </p:txBody>
      </p:sp>
    </p:spTree>
    <p:extLst>
      <p:ext uri="{BB962C8B-B14F-4D97-AF65-F5344CB8AC3E}">
        <p14:creationId xmlns:p14="http://schemas.microsoft.com/office/powerpoint/2010/main" val="890569474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A48EC920-F28A-45BB-805A-0C9B5D2C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KEY FIGURES / DASHBOARD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30A37D9D-A115-4C2E-BAE6-47521348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[ADD A CLEAR, DECISION-LED TITLE]</a:t>
            </a:r>
          </a:p>
        </p:txBody>
      </p:sp>
      <p:sp>
        <p:nvSpPr>
          <p:cNvPr id="3" name="metric4-rule-0">
            <a:extLst xmlns:a="http://schemas.openxmlformats.org/drawingml/2006/main">
              <a:ext uri="{FF2B5EF4-FFF2-40B4-BE49-F238E27FC236}">
                <a16:creationId xmlns:a16="http://schemas.microsoft.com/office/drawing/2014/main" id="{42C13DB3-55FC-402F-9F39-C39E43DE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2514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71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etric4-value-0">
            <a:extLst xmlns:a="http://schemas.openxmlformats.org/drawingml/2006/main">
              <a:ext uri="{FF2B5EF4-FFF2-40B4-BE49-F238E27FC236}">
                <a16:creationId xmlns:a16="http://schemas.microsoft.com/office/drawing/2014/main" id="{DF2A86AA-F36C-41E7-A2AB-1CA32550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2514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43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43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[00]</a:t>
            </a:r>
          </a:p>
        </p:txBody>
      </p:sp>
      <p:sp>
        <p:nvSpPr>
          <p:cNvPr id="5" name="metric4-label-0">
            <a:extLst xmlns:a="http://schemas.openxmlformats.org/drawingml/2006/main">
              <a:ext uri="{FF2B5EF4-FFF2-40B4-BE49-F238E27FC236}">
                <a16:creationId xmlns:a16="http://schemas.microsoft.com/office/drawing/2014/main" id="{F4BAB355-E7A5-4E8A-ABA1-7CAB4CF4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2171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[Metric label]</a:t>
            </a:r>
          </a:p>
        </p:txBody>
      </p:sp>
      <p:sp>
        <p:nvSpPr>
          <p:cNvPr id="6" name="metric4-context-0">
            <a:extLst xmlns:a="http://schemas.openxmlformats.org/drawingml/2006/main">
              <a:ext uri="{FF2B5EF4-FFF2-40B4-BE49-F238E27FC236}">
                <a16:creationId xmlns:a16="http://schemas.microsoft.com/office/drawing/2014/main" id="{6D79A032-1E91-40DF-8CAF-CA7965D8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[Short context]</a:t>
            </a:r>
          </a:p>
        </p:txBody>
      </p:sp>
      <p:sp>
        <p:nvSpPr>
          <p:cNvPr id="7" name="metric4-rule-1">
            <a:extLst xmlns:a="http://schemas.openxmlformats.org/drawingml/2006/main">
              <a:ext uri="{FF2B5EF4-FFF2-40B4-BE49-F238E27FC236}">
                <a16:creationId xmlns:a16="http://schemas.microsoft.com/office/drawing/2014/main" id="{541CE597-07F9-4254-966E-3C285F39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43150"/>
            <a:ext cx="2514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71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4-value-1">
            <a:extLst xmlns:a="http://schemas.openxmlformats.org/drawingml/2006/main">
              <a:ext uri="{FF2B5EF4-FFF2-40B4-BE49-F238E27FC236}">
                <a16:creationId xmlns:a16="http://schemas.microsoft.com/office/drawing/2014/main" id="{87D981D7-5A0F-4D15-9139-7C68596B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14650"/>
            <a:ext cx="2514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43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43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[00]</a:t>
            </a:r>
          </a:p>
        </p:txBody>
      </p:sp>
      <p:sp>
        <p:nvSpPr>
          <p:cNvPr id="9" name="metric4-label-1">
            <a:extLst xmlns:a="http://schemas.openxmlformats.org/drawingml/2006/main">
              <a:ext uri="{FF2B5EF4-FFF2-40B4-BE49-F238E27FC236}">
                <a16:creationId xmlns:a16="http://schemas.microsoft.com/office/drawing/2014/main" id="{4E5F5D88-0764-4FD6-89B4-0CF3FE30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00500"/>
            <a:ext cx="2171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[Metric label]</a:t>
            </a:r>
          </a:p>
        </p:txBody>
      </p:sp>
      <p:sp>
        <p:nvSpPr>
          <p:cNvPr id="10" name="metric4-context-1">
            <a:extLst xmlns:a="http://schemas.openxmlformats.org/drawingml/2006/main">
              <a:ext uri="{FF2B5EF4-FFF2-40B4-BE49-F238E27FC236}">
                <a16:creationId xmlns:a16="http://schemas.microsoft.com/office/drawing/2014/main" id="{E8FCA7B2-318D-4E43-B0B4-F54258FB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9530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[Short context]</a:t>
            </a:r>
          </a:p>
        </p:txBody>
      </p:sp>
      <p:sp>
        <p:nvSpPr>
          <p:cNvPr id="11" name="metric4-rule-2">
            <a:extLst xmlns:a="http://schemas.openxmlformats.org/drawingml/2006/main">
              <a:ext uri="{FF2B5EF4-FFF2-40B4-BE49-F238E27FC236}">
                <a16:creationId xmlns:a16="http://schemas.microsoft.com/office/drawing/2014/main" id="{7352ADEE-71AD-418C-B6B1-0D7667ED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43150"/>
            <a:ext cx="2514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71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ric4-value-2">
            <a:extLst xmlns:a="http://schemas.openxmlformats.org/drawingml/2006/main">
              <a:ext uri="{FF2B5EF4-FFF2-40B4-BE49-F238E27FC236}">
                <a16:creationId xmlns:a16="http://schemas.microsoft.com/office/drawing/2014/main" id="{83E47D29-491D-4ABB-A92D-9F63FFD0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14650"/>
            <a:ext cx="2514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43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43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[00]</a:t>
            </a:r>
          </a:p>
        </p:txBody>
      </p:sp>
      <p:sp>
        <p:nvSpPr>
          <p:cNvPr id="13" name="metric4-label-2">
            <a:extLst xmlns:a="http://schemas.openxmlformats.org/drawingml/2006/main">
              <a:ext uri="{FF2B5EF4-FFF2-40B4-BE49-F238E27FC236}">
                <a16:creationId xmlns:a16="http://schemas.microsoft.com/office/drawing/2014/main" id="{D9B26016-AF49-41D5-9824-F6D8EFED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00500"/>
            <a:ext cx="2171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[Metric label]</a:t>
            </a:r>
          </a:p>
        </p:txBody>
      </p:sp>
      <p:sp>
        <p:nvSpPr>
          <p:cNvPr id="14" name="metric4-context-2">
            <a:extLst xmlns:a="http://schemas.openxmlformats.org/drawingml/2006/main">
              <a:ext uri="{FF2B5EF4-FFF2-40B4-BE49-F238E27FC236}">
                <a16:creationId xmlns:a16="http://schemas.microsoft.com/office/drawing/2014/main" id="{255EBA26-F70A-4D63-9EB5-8FC46A1C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9530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[Short context]</a:t>
            </a:r>
          </a:p>
        </p:txBody>
      </p:sp>
      <p:sp>
        <p:nvSpPr>
          <p:cNvPr id="15" name="metric4-rule-3">
            <a:extLst xmlns:a="http://schemas.openxmlformats.org/drawingml/2006/main">
              <a:ext uri="{FF2B5EF4-FFF2-40B4-BE49-F238E27FC236}">
                <a16:creationId xmlns:a16="http://schemas.microsoft.com/office/drawing/2014/main" id="{4B92343E-17C2-4749-B287-6538BD43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43150"/>
            <a:ext cx="2514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8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ric4-value-3">
            <a:extLst xmlns:a="http://schemas.openxmlformats.org/drawingml/2006/main">
              <a:ext uri="{FF2B5EF4-FFF2-40B4-BE49-F238E27FC236}">
                <a16:creationId xmlns:a16="http://schemas.microsoft.com/office/drawing/2014/main" id="{8048D5BC-E84E-4552-99DD-8D37A89F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14650"/>
            <a:ext cx="2514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4350" b="1" i="0">
                <a:solidFill>
                  <a:srgbClr val="0A6887"/>
                </a:solidFill>
                <a:latin typeface="Lora"/>
                <a:ea typeface="Lora"/>
                <a:cs typeface="Lora"/>
              </a:defRPr>
            </a:pPr>
            <a:r>
              <a:rPr sz="4350" b="1" i="0">
                <a:solidFill>
                  <a:srgbClr val="0A6887"/>
                </a:solidFill>
                <a:latin typeface="Lora"/>
                <a:ea typeface="Lora"/>
                <a:cs typeface="Lora"/>
              </a:rPr>
              <a:t>[00]</a:t>
            </a:r>
          </a:p>
        </p:txBody>
      </p:sp>
      <p:sp>
        <p:nvSpPr>
          <p:cNvPr id="17" name="metric4-label-3">
            <a:extLst xmlns:a="http://schemas.openxmlformats.org/drawingml/2006/main">
              <a:ext uri="{FF2B5EF4-FFF2-40B4-BE49-F238E27FC236}">
                <a16:creationId xmlns:a16="http://schemas.microsoft.com/office/drawing/2014/main" id="{5D3EBFF9-3596-46A2-9F98-320F2457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000500"/>
            <a:ext cx="2171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[Metric label]</a:t>
            </a:r>
          </a:p>
        </p:txBody>
      </p:sp>
      <p:sp>
        <p:nvSpPr>
          <p:cNvPr id="18" name="metric4-context-3">
            <a:extLst xmlns:a="http://schemas.openxmlformats.org/drawingml/2006/main">
              <a:ext uri="{FF2B5EF4-FFF2-40B4-BE49-F238E27FC236}">
                <a16:creationId xmlns:a16="http://schemas.microsoft.com/office/drawing/2014/main" id="{CCEFD022-D20C-4635-81FE-039388E8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9530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[Short context]</a:t>
            </a:r>
          </a:p>
        </p:txBody>
      </p:sp>
    </p:spTree>
    <p:extLst>
      <p:ext uri="{BB962C8B-B14F-4D97-AF65-F5344CB8AC3E}">
        <p14:creationId xmlns:p14="http://schemas.microsoft.com/office/powerpoint/2010/main" val="125354266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75542375-B4B9-486E-9F58-6BEA4E9C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3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t>[KEY FIGURE / OUTCOME]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387C46AE-5AFF-4ACE-B36E-FCB1E5A3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000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 i="0">
                <a:solidFill>
                  <a:srgbClr val="FBF9F4"/>
                </a:solidFill>
                <a:latin typeface="Lora"/>
                <a:ea typeface="Lora"/>
                <a:cs typeface="Lora"/>
              </a:defRPr>
            </a:pPr>
            <a:r>
              <a:t>[00%]</a:t>
            </a:r>
          </a:p>
        </p:txBody>
      </p:sp>
      <p:sp>
        <p:nvSpPr>
          <p:cNvPr id="3" name="content-body-0">
            <a:extLst xmlns:a="http://schemas.openxmlformats.org/drawingml/2006/main">
              <a:ext uri="{FF2B5EF4-FFF2-40B4-BE49-F238E27FC236}">
                <a16:creationId xmlns:a16="http://schemas.microsoft.com/office/drawing/2014/main" id="{25C15DCD-BED4-4F7E-ABEF-26532FA0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t>[Add one sentence explaining what the number means and why it matters.]</a:t>
            </a:r>
          </a:p>
        </p:txBody>
      </p:sp>
      <p:sp>
        <p:nvSpPr>
          <p:cNvPr id="4" name="hero-metric-source">
            <a:extLst xmlns:a="http://schemas.openxmlformats.org/drawingml/2006/main">
              <a:ext uri="{FF2B5EF4-FFF2-40B4-BE49-F238E27FC236}">
                <a16:creationId xmlns:a16="http://schemas.microsoft.com/office/drawing/2014/main" id="{F0E64B51-D2E1-4E59-B2CB-FBE58AAA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722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rPr sz="1050" b="1" i="0">
                <a:solidFill>
                  <a:srgbClr val="D0E7ED"/>
                </a:solidFill>
                <a:latin typeface="DM Sans"/>
                <a:ea typeface="DM Sans"/>
                <a:cs typeface="DM Sans"/>
              </a:rPr>
              <a:t>[Optional period, baseline or source note]</a:t>
            </a:r>
          </a:p>
        </p:txBody>
      </p:sp>
    </p:spTree>
    <p:extLst>
      <p:ext uri="{BB962C8B-B14F-4D97-AF65-F5344CB8AC3E}">
        <p14:creationId xmlns:p14="http://schemas.microsoft.com/office/powerpoint/2010/main" val="799294111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8A08FDA1-D559-4F52-9C7A-870A17B2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KEY FIGURES / EVIDENCE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091D924C-2F0F-42F0-ABC3-9C8DFAF5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[ADD A CLEAR, DECISION-LED TITLE]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4dc7f3e31460d"/>
          <a:srcRect xmlns:a="http://schemas.openxmlformats.org/drawingml/2006/main" l="8438" t="0" r="84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2095500"/>
            <a:ext cx="5810250" cy="4000500"/>
          </a:xfrm>
          <a:prstGeom xmlns:a="http://schemas.openxmlformats.org/drawingml/2006/main" prst="rect">
            <a:avLst/>
          </a:prstGeom>
        </p:spPr>
      </p:pic>
      <p:sp>
        <p:nvSpPr>
          <p:cNvPr id="4" name="REPLACE IMAGE-78-220">
            <a:extLst xmlns:a="http://schemas.openxmlformats.org/drawingml/2006/main">
              <a:ext uri="{FF2B5EF4-FFF2-40B4-BE49-F238E27FC236}">
                <a16:creationId xmlns:a16="http://schemas.microsoft.com/office/drawing/2014/main" id="{E45C60E4-81E6-451A-90D0-B65EB626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91200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PLACE IMAGE-text-78-220">
            <a:extLst xmlns:a="http://schemas.openxmlformats.org/drawingml/2006/main">
              <a:ext uri="{FF2B5EF4-FFF2-40B4-BE49-F238E27FC236}">
                <a16:creationId xmlns:a16="http://schemas.microsoft.com/office/drawing/2014/main" id="{CEE3DE9E-8467-4F81-830A-90A24C28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57875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REPLACE IMAGE</a:t>
            </a:r>
          </a:p>
        </p:txBody>
      </p:sp>
      <p:sp>
        <p:nvSpPr>
          <p:cNvPr id="6" name="metric-image-rule-0">
            <a:extLst xmlns:a="http://schemas.openxmlformats.org/drawingml/2006/main">
              <a:ext uri="{FF2B5EF4-FFF2-40B4-BE49-F238E27FC236}">
                <a16:creationId xmlns:a16="http://schemas.microsoft.com/office/drawing/2014/main" id="{8639E042-3051-49E5-8F97-5AD703BD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909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image-value-0">
            <a:extLst xmlns:a="http://schemas.openxmlformats.org/drawingml/2006/main">
              <a:ext uri="{FF2B5EF4-FFF2-40B4-BE49-F238E27FC236}">
                <a16:creationId xmlns:a16="http://schemas.microsoft.com/office/drawing/2014/main" id="{0E0CB2EA-4D63-4A91-8336-2D3CC741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750" b="1" i="0">
                <a:solidFill>
                  <a:srgbClr val="0A6887"/>
                </a:solidFill>
                <a:latin typeface="Lora"/>
                <a:ea typeface="Lora"/>
                <a:cs typeface="Lora"/>
              </a:defRPr>
            </a:pPr>
            <a:r>
              <a:rPr sz="3750" b="1" i="0">
                <a:solidFill>
                  <a:srgbClr val="0A6887"/>
                </a:solidFill>
                <a:latin typeface="Lora"/>
                <a:ea typeface="Lora"/>
                <a:cs typeface="Lora"/>
              </a:rPr>
              <a:t>[00]</a:t>
            </a:r>
          </a:p>
        </p:txBody>
      </p:sp>
      <p:sp>
        <p:nvSpPr>
          <p:cNvPr id="8" name="metric-image-label-0">
            <a:extLst xmlns:a="http://schemas.openxmlformats.org/drawingml/2006/main">
              <a:ext uri="{FF2B5EF4-FFF2-40B4-BE49-F238E27FC236}">
                <a16:creationId xmlns:a16="http://schemas.microsoft.com/office/drawing/2014/main" id="{0E59667E-4DD5-40B7-B5AF-681E89A4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384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[Metric label and concise context]</a:t>
            </a:r>
          </a:p>
        </p:txBody>
      </p:sp>
      <p:sp>
        <p:nvSpPr>
          <p:cNvPr id="9" name="metric-image-rule-1">
            <a:extLst xmlns:a="http://schemas.openxmlformats.org/drawingml/2006/main">
              <a:ext uri="{FF2B5EF4-FFF2-40B4-BE49-F238E27FC236}">
                <a16:creationId xmlns:a16="http://schemas.microsoft.com/office/drawing/2014/main" id="{CF3430F7-B9B9-4E84-A1D2-A356FBDA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720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image-value-1">
            <a:extLst xmlns:a="http://schemas.openxmlformats.org/drawingml/2006/main">
              <a:ext uri="{FF2B5EF4-FFF2-40B4-BE49-F238E27FC236}">
                <a16:creationId xmlns:a16="http://schemas.microsoft.com/office/drawing/2014/main" id="{311EABFC-0C70-4346-9141-E9D7D537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433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7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37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[00]</a:t>
            </a:r>
          </a:p>
        </p:txBody>
      </p:sp>
      <p:sp>
        <p:nvSpPr>
          <p:cNvPr id="11" name="metric-image-label-1">
            <a:extLst xmlns:a="http://schemas.openxmlformats.org/drawingml/2006/main">
              <a:ext uri="{FF2B5EF4-FFF2-40B4-BE49-F238E27FC236}">
                <a16:creationId xmlns:a16="http://schemas.microsoft.com/office/drawing/2014/main" id="{A1287ED5-1D23-4EE4-BF44-356D15EF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195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[Metric label and concise context]</a:t>
            </a:r>
          </a:p>
        </p:txBody>
      </p:sp>
      <p:sp>
        <p:nvSpPr>
          <p:cNvPr id="12" name="metric-image-rule-2">
            <a:extLst xmlns:a="http://schemas.openxmlformats.org/drawingml/2006/main">
              <a:ext uri="{FF2B5EF4-FFF2-40B4-BE49-F238E27FC236}">
                <a16:creationId xmlns:a16="http://schemas.microsoft.com/office/drawing/2014/main" id="{5EA8F5A7-50FC-46EF-B648-9E812927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5532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image-value-2">
            <a:extLst xmlns:a="http://schemas.openxmlformats.org/drawingml/2006/main">
              <a:ext uri="{FF2B5EF4-FFF2-40B4-BE49-F238E27FC236}">
                <a16:creationId xmlns:a16="http://schemas.microsoft.com/office/drawing/2014/main" id="{99AA83A7-0758-44C8-8EA1-CED2B6ED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2450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7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37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[00]</a:t>
            </a:r>
          </a:p>
        </p:txBody>
      </p:sp>
      <p:sp>
        <p:nvSpPr>
          <p:cNvPr id="14" name="metric-image-label-2">
            <a:extLst xmlns:a="http://schemas.openxmlformats.org/drawingml/2006/main">
              <a:ext uri="{FF2B5EF4-FFF2-40B4-BE49-F238E27FC236}">
                <a16:creationId xmlns:a16="http://schemas.microsoft.com/office/drawing/2014/main" id="{2C177AD8-08E7-4A6D-BE23-F3FEFB64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6007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[Metric label and concise context]</a:t>
            </a:r>
          </a:p>
        </p:txBody>
      </p:sp>
    </p:spTree>
    <p:extLst>
      <p:ext uri="{BB962C8B-B14F-4D97-AF65-F5344CB8AC3E}">
        <p14:creationId xmlns:p14="http://schemas.microsoft.com/office/powerpoint/2010/main" val="1762241047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0F3E11B4-F18D-41FB-B85B-B17AC820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PROCESS / THREE STEPS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3B41AF3F-C80F-4F63-9E0D-1683FDFA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[ADD A CLEAR, DECISION-LED TITLE]</a:t>
            </a:r>
          </a:p>
        </p:txBody>
      </p:sp>
      <p:sp>
        <p:nvSpPr>
          <p:cNvPr id="3" name="process3-connector">
            <a:extLst xmlns:a="http://schemas.openxmlformats.org/drawingml/2006/main">
              <a:ext uri="{FF2B5EF4-FFF2-40B4-BE49-F238E27FC236}">
                <a16:creationId xmlns:a16="http://schemas.microsoft.com/office/drawing/2014/main" id="{59B619F7-0477-4201-928B-6D4ACABB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05250"/>
            <a:ext cx="895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71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cess3-node-0">
            <a:extLst xmlns:a="http://schemas.openxmlformats.org/drawingml/2006/main">
              <a:ext uri="{FF2B5EF4-FFF2-40B4-BE49-F238E27FC236}">
                <a16:creationId xmlns:a16="http://schemas.microsoft.com/office/drawing/2014/main" id="{D4CEDB7B-9F8A-416F-B1D2-C74F27E0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5814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887"/>
          </a:solidFill>
          <a:ln xmlns:a="http://schemas.openxmlformats.org/drawingml/2006/main" w="28575">
            <a:solidFill>
              <a:srgbClr val="0A6887"/>
            </a:solidFill>
            <a:prstDash val="solid"/>
          </a:ln>
        </p:spPr>
      </p:sp>
      <p:sp>
        <p:nvSpPr>
          <p:cNvPr id="5" name="process3-num-0">
            <a:extLst xmlns:a="http://schemas.openxmlformats.org/drawingml/2006/main">
              <a:ext uri="{FF2B5EF4-FFF2-40B4-BE49-F238E27FC236}">
                <a16:creationId xmlns:a16="http://schemas.microsoft.com/office/drawing/2014/main" id="{8CFAB4AE-F15C-489B-A964-0EF2372C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476500"/>
            <a:ext cx="110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775" b="1" i="0">
                <a:solidFill>
                  <a:srgbClr val="0A6887"/>
                </a:solidFill>
                <a:latin typeface="Lora"/>
                <a:ea typeface="Lora"/>
                <a:cs typeface="Lora"/>
              </a:defRPr>
            </a:pPr>
            <a:r>
              <a:rPr sz="2775" b="1" i="0">
                <a:solidFill>
                  <a:srgbClr val="0A6887"/>
                </a:solidFill>
                <a:latin typeface="Lora"/>
                <a:ea typeface="Lora"/>
                <a:cs typeface="Lora"/>
              </a:rPr>
              <a:t>01</a:t>
            </a:r>
          </a:p>
        </p:txBody>
      </p:sp>
      <p:sp>
        <p:nvSpPr>
          <p:cNvPr id="6" name="process3-title-0">
            <a:extLst xmlns:a="http://schemas.openxmlformats.org/drawingml/2006/main">
              <a:ext uri="{FF2B5EF4-FFF2-40B4-BE49-F238E27FC236}">
                <a16:creationId xmlns:a16="http://schemas.microsoft.com/office/drawing/2014/main" id="{D0102C50-C7C3-46EE-AC7B-EDBC24EE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10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[STEP TITLE]</a:t>
            </a:r>
          </a:p>
        </p:txBody>
      </p:sp>
      <p:sp>
        <p:nvSpPr>
          <p:cNvPr id="7" name="process3-body-0">
            <a:extLst xmlns:a="http://schemas.openxmlformats.org/drawingml/2006/main">
              <a:ext uri="{FF2B5EF4-FFF2-40B4-BE49-F238E27FC236}">
                <a16:creationId xmlns:a16="http://schemas.microsoft.com/office/drawing/2014/main" id="{14A031FE-CC5B-46EE-8743-7B495587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149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[Add one or two lines describing this step.]</a:t>
            </a:r>
          </a:p>
        </p:txBody>
      </p:sp>
      <p:sp>
        <p:nvSpPr>
          <p:cNvPr id="8" name="process3-node-1">
            <a:extLst xmlns:a="http://schemas.openxmlformats.org/drawingml/2006/main">
              <a:ext uri="{FF2B5EF4-FFF2-40B4-BE49-F238E27FC236}">
                <a16:creationId xmlns:a16="http://schemas.microsoft.com/office/drawing/2014/main" id="{EE8A7C3D-9F1A-49F5-A73E-E207E367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814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28575">
            <a:solidFill>
              <a:srgbClr val="0A6887"/>
            </a:solidFill>
            <a:prstDash val="solid"/>
          </a:ln>
        </p:spPr>
      </p:sp>
      <p:sp>
        <p:nvSpPr>
          <p:cNvPr id="9" name="process3-num-1">
            <a:extLst xmlns:a="http://schemas.openxmlformats.org/drawingml/2006/main">
              <a:ext uri="{FF2B5EF4-FFF2-40B4-BE49-F238E27FC236}">
                <a16:creationId xmlns:a16="http://schemas.microsoft.com/office/drawing/2014/main" id="{628A88A7-8EEA-4815-A955-9A6CEE31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76500"/>
            <a:ext cx="110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775" b="1" i="0">
                <a:solidFill>
                  <a:srgbClr val="0A6887"/>
                </a:solidFill>
                <a:latin typeface="Lora"/>
                <a:ea typeface="Lora"/>
                <a:cs typeface="Lora"/>
              </a:defRPr>
            </a:pPr>
            <a:r>
              <a:rPr sz="2775" b="1" i="0">
                <a:solidFill>
                  <a:srgbClr val="0A6887"/>
                </a:solidFill>
                <a:latin typeface="Lora"/>
                <a:ea typeface="Lora"/>
                <a:cs typeface="Lora"/>
              </a:rPr>
              <a:t>02</a:t>
            </a:r>
          </a:p>
        </p:txBody>
      </p:sp>
      <p:sp>
        <p:nvSpPr>
          <p:cNvPr id="10" name="process3-title-1">
            <a:extLst xmlns:a="http://schemas.openxmlformats.org/drawingml/2006/main">
              <a:ext uri="{FF2B5EF4-FFF2-40B4-BE49-F238E27FC236}">
                <a16:creationId xmlns:a16="http://schemas.microsoft.com/office/drawing/2014/main" id="{2CA29081-AB83-4F63-B2AD-32535510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29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10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[STEP TITLE]</a:t>
            </a:r>
          </a:p>
        </p:txBody>
      </p:sp>
      <p:sp>
        <p:nvSpPr>
          <p:cNvPr id="11" name="process3-body-1">
            <a:extLst xmlns:a="http://schemas.openxmlformats.org/drawingml/2006/main">
              <a:ext uri="{FF2B5EF4-FFF2-40B4-BE49-F238E27FC236}">
                <a16:creationId xmlns:a16="http://schemas.microsoft.com/office/drawing/2014/main" id="{50E75E15-5734-466F-A056-A471440E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3149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[Add one or two lines describing this step.]</a:t>
            </a:r>
          </a:p>
        </p:txBody>
      </p:sp>
      <p:sp>
        <p:nvSpPr>
          <p:cNvPr id="12" name="process3-node-2">
            <a:extLst xmlns:a="http://schemas.openxmlformats.org/drawingml/2006/main">
              <a:ext uri="{FF2B5EF4-FFF2-40B4-BE49-F238E27FC236}">
                <a16:creationId xmlns:a16="http://schemas.microsoft.com/office/drawing/2014/main" id="{593F4354-5913-4CE7-AF85-52D7FA87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5814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28575">
            <a:solidFill>
              <a:srgbClr val="0A6887"/>
            </a:solidFill>
            <a:prstDash val="solid"/>
          </a:ln>
        </p:spPr>
      </p:sp>
      <p:sp>
        <p:nvSpPr>
          <p:cNvPr id="13" name="process3-num-2">
            <a:extLst xmlns:a="http://schemas.openxmlformats.org/drawingml/2006/main">
              <a:ext uri="{FF2B5EF4-FFF2-40B4-BE49-F238E27FC236}">
                <a16:creationId xmlns:a16="http://schemas.microsoft.com/office/drawing/2014/main" id="{4A65BF50-2032-462A-AE55-103612FB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476500"/>
            <a:ext cx="110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775" b="1" i="0">
                <a:solidFill>
                  <a:srgbClr val="0A6887"/>
                </a:solidFill>
                <a:latin typeface="Lora"/>
                <a:ea typeface="Lora"/>
                <a:cs typeface="Lora"/>
              </a:defRPr>
            </a:pPr>
            <a:r>
              <a:rPr sz="2775" b="1" i="0">
                <a:solidFill>
                  <a:srgbClr val="0A6887"/>
                </a:solidFill>
                <a:latin typeface="Lora"/>
                <a:ea typeface="Lora"/>
                <a:cs typeface="Lora"/>
              </a:rPr>
              <a:t>03</a:t>
            </a:r>
          </a:p>
        </p:txBody>
      </p:sp>
      <p:sp>
        <p:nvSpPr>
          <p:cNvPr id="14" name="process3-title-2">
            <a:extLst xmlns:a="http://schemas.openxmlformats.org/drawingml/2006/main">
              <a:ext uri="{FF2B5EF4-FFF2-40B4-BE49-F238E27FC236}">
                <a16:creationId xmlns:a16="http://schemas.microsoft.com/office/drawing/2014/main" id="{E74C79E3-1925-4B11-AA7F-BAF9CE72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29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10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[STEP TITLE]</a:t>
            </a:r>
          </a:p>
        </p:txBody>
      </p:sp>
      <p:sp>
        <p:nvSpPr>
          <p:cNvPr id="15" name="process3-body-2">
            <a:extLst xmlns:a="http://schemas.openxmlformats.org/drawingml/2006/main">
              <a:ext uri="{FF2B5EF4-FFF2-40B4-BE49-F238E27FC236}">
                <a16:creationId xmlns:a16="http://schemas.microsoft.com/office/drawing/2014/main" id="{2047AE30-FA21-4719-B051-D17990B3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149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[Add one or two lines describing this step.]</a:t>
            </a:r>
          </a:p>
        </p:txBody>
      </p:sp>
    </p:spTree>
    <p:extLst>
      <p:ext uri="{BB962C8B-B14F-4D97-AF65-F5344CB8AC3E}">
        <p14:creationId xmlns:p14="http://schemas.microsoft.com/office/powerpoint/2010/main" val="589957066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A3B8F1C0-24CC-432B-ADE4-FFAB8262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PROCESS / FOUR STEPS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672A005C-C791-43A6-AD7E-C9920262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[ADD A CLEAR, DECISION-LED TITLE]</a:t>
            </a:r>
          </a:p>
        </p:txBody>
      </p:sp>
      <p:sp>
        <p:nvSpPr>
          <p:cNvPr id="3" name="process4-connector">
            <a:extLst xmlns:a="http://schemas.openxmlformats.org/drawingml/2006/main">
              <a:ext uri="{FF2B5EF4-FFF2-40B4-BE49-F238E27FC236}">
                <a16:creationId xmlns:a16="http://schemas.microsoft.com/office/drawing/2014/main" id="{0DEC068E-847B-42C1-A8D4-A8B6A01B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86200"/>
            <a:ext cx="1009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71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cess4-node-0">
            <a:extLst xmlns:a="http://schemas.openxmlformats.org/drawingml/2006/main">
              <a:ext uri="{FF2B5EF4-FFF2-40B4-BE49-F238E27FC236}">
                <a16:creationId xmlns:a16="http://schemas.microsoft.com/office/drawing/2014/main" id="{42D248E7-FCB4-4CCC-B136-61BDFC2A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195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28575">
            <a:solidFill>
              <a:srgbClr val="0A6887"/>
            </a:solidFill>
            <a:prstDash val="solid"/>
          </a:ln>
        </p:spPr>
      </p:sp>
      <p:sp>
        <p:nvSpPr>
          <p:cNvPr id="5" name="process4-num-0">
            <a:extLst xmlns:a="http://schemas.openxmlformats.org/drawingml/2006/main">
              <a:ext uri="{FF2B5EF4-FFF2-40B4-BE49-F238E27FC236}">
                <a16:creationId xmlns:a16="http://schemas.microsoft.com/office/drawing/2014/main" id="{4FE86E1C-8F36-46B7-863A-E9857D04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09850"/>
            <a:ext cx="106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550" b="1" i="0">
                <a:solidFill>
                  <a:srgbClr val="0A6887"/>
                </a:solidFill>
                <a:latin typeface="Lora"/>
                <a:ea typeface="Lora"/>
                <a:cs typeface="Lora"/>
              </a:defRPr>
            </a:pPr>
            <a:r>
              <a:rPr sz="2550" b="1" i="0">
                <a:solidFill>
                  <a:srgbClr val="0A6887"/>
                </a:solidFill>
                <a:latin typeface="Lora"/>
                <a:ea typeface="Lora"/>
                <a:cs typeface="Lora"/>
              </a:rPr>
              <a:t>01</a:t>
            </a:r>
          </a:p>
        </p:txBody>
      </p:sp>
      <p:sp>
        <p:nvSpPr>
          <p:cNvPr id="6" name="process4-title-0">
            <a:extLst xmlns:a="http://schemas.openxmlformats.org/drawingml/2006/main">
              <a:ext uri="{FF2B5EF4-FFF2-40B4-BE49-F238E27FC236}">
                <a16:creationId xmlns:a16="http://schemas.microsoft.com/office/drawing/2014/main" id="{BB73A008-4A4D-49C5-AB24-7C13D244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87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[STEP]</a:t>
            </a:r>
          </a:p>
        </p:txBody>
      </p:sp>
      <p:sp>
        <p:nvSpPr>
          <p:cNvPr id="7" name="process4-body-0">
            <a:extLst xmlns:a="http://schemas.openxmlformats.org/drawingml/2006/main">
              <a:ext uri="{FF2B5EF4-FFF2-40B4-BE49-F238E27FC236}">
                <a16:creationId xmlns:a16="http://schemas.microsoft.com/office/drawing/2014/main" id="{9444870C-3BB8-455C-AD15-A1D6A291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2400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[Short description of the step]</a:t>
            </a:r>
          </a:p>
        </p:txBody>
      </p:sp>
      <p:sp>
        <p:nvSpPr>
          <p:cNvPr id="8" name="process4-node-1">
            <a:extLst xmlns:a="http://schemas.openxmlformats.org/drawingml/2006/main">
              <a:ext uri="{FF2B5EF4-FFF2-40B4-BE49-F238E27FC236}">
                <a16:creationId xmlns:a16="http://schemas.microsoft.com/office/drawing/2014/main" id="{F8388E8F-05C4-4FD1-9E0F-E70640BB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195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28575">
            <a:solidFill>
              <a:srgbClr val="0A6887"/>
            </a:solidFill>
            <a:prstDash val="solid"/>
          </a:ln>
        </p:spPr>
      </p:sp>
      <p:sp>
        <p:nvSpPr>
          <p:cNvPr id="9" name="process4-num-1">
            <a:extLst xmlns:a="http://schemas.openxmlformats.org/drawingml/2006/main">
              <a:ext uri="{FF2B5EF4-FFF2-40B4-BE49-F238E27FC236}">
                <a16:creationId xmlns:a16="http://schemas.microsoft.com/office/drawing/2014/main" id="{4627837C-A653-41D8-9AFE-FE93CEF3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09850"/>
            <a:ext cx="106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550" b="1" i="0">
                <a:solidFill>
                  <a:srgbClr val="0A6887"/>
                </a:solidFill>
                <a:latin typeface="Lora"/>
                <a:ea typeface="Lora"/>
                <a:cs typeface="Lora"/>
              </a:defRPr>
            </a:pPr>
            <a:r>
              <a:rPr sz="2550" b="1" i="0">
                <a:solidFill>
                  <a:srgbClr val="0A6887"/>
                </a:solidFill>
                <a:latin typeface="Lora"/>
                <a:ea typeface="Lora"/>
                <a:cs typeface="Lora"/>
              </a:rPr>
              <a:t>02</a:t>
            </a:r>
          </a:p>
        </p:txBody>
      </p:sp>
      <p:sp>
        <p:nvSpPr>
          <p:cNvPr id="10" name="process4-title-1">
            <a:extLst xmlns:a="http://schemas.openxmlformats.org/drawingml/2006/main">
              <a:ext uri="{FF2B5EF4-FFF2-40B4-BE49-F238E27FC236}">
                <a16:creationId xmlns:a16="http://schemas.microsoft.com/office/drawing/2014/main" id="{080FA5BB-D8C5-4538-87D3-BCDF8412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5529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87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[STEP]</a:t>
            </a:r>
          </a:p>
        </p:txBody>
      </p:sp>
      <p:sp>
        <p:nvSpPr>
          <p:cNvPr id="11" name="process4-body-1">
            <a:extLst xmlns:a="http://schemas.openxmlformats.org/drawingml/2006/main">
              <a:ext uri="{FF2B5EF4-FFF2-40B4-BE49-F238E27FC236}">
                <a16:creationId xmlns:a16="http://schemas.microsoft.com/office/drawing/2014/main" id="{BE046AEA-054E-4183-9285-A28EE910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162550"/>
            <a:ext cx="2400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[Short description of the step]</a:t>
            </a:r>
          </a:p>
        </p:txBody>
      </p:sp>
      <p:sp>
        <p:nvSpPr>
          <p:cNvPr id="12" name="process4-node-2">
            <a:extLst xmlns:a="http://schemas.openxmlformats.org/drawingml/2006/main">
              <a:ext uri="{FF2B5EF4-FFF2-40B4-BE49-F238E27FC236}">
                <a16:creationId xmlns:a16="http://schemas.microsoft.com/office/drawing/2014/main" id="{6851B975-CAF6-4E81-9E93-F6454803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6195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28575">
            <a:solidFill>
              <a:srgbClr val="0A6887"/>
            </a:solidFill>
            <a:prstDash val="solid"/>
          </a:ln>
        </p:spPr>
      </p:sp>
      <p:sp>
        <p:nvSpPr>
          <p:cNvPr id="13" name="process4-num-2">
            <a:extLst xmlns:a="http://schemas.openxmlformats.org/drawingml/2006/main">
              <a:ext uri="{FF2B5EF4-FFF2-40B4-BE49-F238E27FC236}">
                <a16:creationId xmlns:a16="http://schemas.microsoft.com/office/drawing/2014/main" id="{96BE0EBD-7F89-49C9-A71E-1745418A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609850"/>
            <a:ext cx="106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550" b="1" i="0">
                <a:solidFill>
                  <a:srgbClr val="0A6887"/>
                </a:solidFill>
                <a:latin typeface="Lora"/>
                <a:ea typeface="Lora"/>
                <a:cs typeface="Lora"/>
              </a:defRPr>
            </a:pPr>
            <a:r>
              <a:rPr sz="2550" b="1" i="0">
                <a:solidFill>
                  <a:srgbClr val="0A6887"/>
                </a:solidFill>
                <a:latin typeface="Lora"/>
                <a:ea typeface="Lora"/>
                <a:cs typeface="Lora"/>
              </a:rPr>
              <a:t>03</a:t>
            </a:r>
          </a:p>
        </p:txBody>
      </p:sp>
      <p:sp>
        <p:nvSpPr>
          <p:cNvPr id="14" name="process4-title-2">
            <a:extLst xmlns:a="http://schemas.openxmlformats.org/drawingml/2006/main">
              <a:ext uri="{FF2B5EF4-FFF2-40B4-BE49-F238E27FC236}">
                <a16:creationId xmlns:a16="http://schemas.microsoft.com/office/drawing/2014/main" id="{8DCCFE99-A225-4458-9FDA-6EE380E8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5529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87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[STEP]</a:t>
            </a:r>
          </a:p>
        </p:txBody>
      </p:sp>
      <p:sp>
        <p:nvSpPr>
          <p:cNvPr id="15" name="process4-body-2">
            <a:extLst xmlns:a="http://schemas.openxmlformats.org/drawingml/2006/main">
              <a:ext uri="{FF2B5EF4-FFF2-40B4-BE49-F238E27FC236}">
                <a16:creationId xmlns:a16="http://schemas.microsoft.com/office/drawing/2014/main" id="{7030094B-DDAF-4EBD-9D8A-AB48DC6D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5162550"/>
            <a:ext cx="2400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[Short description of the step]</a:t>
            </a:r>
          </a:p>
        </p:txBody>
      </p:sp>
      <p:sp>
        <p:nvSpPr>
          <p:cNvPr id="16" name="process4-node-3">
            <a:extLst xmlns:a="http://schemas.openxmlformats.org/drawingml/2006/main">
              <a:ext uri="{FF2B5EF4-FFF2-40B4-BE49-F238E27FC236}">
                <a16:creationId xmlns:a16="http://schemas.microsoft.com/office/drawing/2014/main" id="{1F1B0FFA-AE62-4DCE-B5E3-BD4A6D8F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6195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887"/>
          </a:solidFill>
          <a:ln xmlns:a="http://schemas.openxmlformats.org/drawingml/2006/main" w="28575">
            <a:solidFill>
              <a:srgbClr val="0A6887"/>
            </a:solidFill>
            <a:prstDash val="solid"/>
          </a:ln>
        </p:spPr>
      </p:sp>
      <p:sp>
        <p:nvSpPr>
          <p:cNvPr id="17" name="process4-num-3">
            <a:extLst xmlns:a="http://schemas.openxmlformats.org/drawingml/2006/main">
              <a:ext uri="{FF2B5EF4-FFF2-40B4-BE49-F238E27FC236}">
                <a16:creationId xmlns:a16="http://schemas.microsoft.com/office/drawing/2014/main" id="{EABEF54D-BF34-4482-9E24-F76F73A1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609850"/>
            <a:ext cx="106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550" b="1" i="0">
                <a:solidFill>
                  <a:srgbClr val="0A6887"/>
                </a:solidFill>
                <a:latin typeface="Lora"/>
                <a:ea typeface="Lora"/>
                <a:cs typeface="Lora"/>
              </a:defRPr>
            </a:pPr>
            <a:r>
              <a:rPr sz="2550" b="1" i="0">
                <a:solidFill>
                  <a:srgbClr val="0A6887"/>
                </a:solidFill>
                <a:latin typeface="Lora"/>
                <a:ea typeface="Lora"/>
                <a:cs typeface="Lora"/>
              </a:rPr>
              <a:t>04</a:t>
            </a:r>
          </a:p>
        </p:txBody>
      </p:sp>
      <p:sp>
        <p:nvSpPr>
          <p:cNvPr id="18" name="process4-title-3">
            <a:extLst xmlns:a="http://schemas.openxmlformats.org/drawingml/2006/main">
              <a:ext uri="{FF2B5EF4-FFF2-40B4-BE49-F238E27FC236}">
                <a16:creationId xmlns:a16="http://schemas.microsoft.com/office/drawing/2014/main" id="{CE4FC12E-CBD2-4D76-BF4E-A9D964F7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5529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87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[STEP]</a:t>
            </a:r>
          </a:p>
        </p:txBody>
      </p:sp>
      <p:sp>
        <p:nvSpPr>
          <p:cNvPr id="19" name="process4-body-3">
            <a:extLst xmlns:a="http://schemas.openxmlformats.org/drawingml/2006/main">
              <a:ext uri="{FF2B5EF4-FFF2-40B4-BE49-F238E27FC236}">
                <a16:creationId xmlns:a16="http://schemas.microsoft.com/office/drawing/2014/main" id="{66EBBE64-A894-4743-9405-72BD0078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162550"/>
            <a:ext cx="2400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[Short description of the step]</a:t>
            </a:r>
          </a:p>
        </p:txBody>
      </p:sp>
    </p:spTree>
    <p:extLst>
      <p:ext uri="{BB962C8B-B14F-4D97-AF65-F5344CB8AC3E}">
        <p14:creationId xmlns:p14="http://schemas.microsoft.com/office/powerpoint/2010/main" val="362932158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50B1D7A2-77B4-4A57-9FB1-6AEC0C5D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ROADMAP / MILESTONES</a:t>
            </a:r>
          </a:p>
        </p:txBody>
      </p:sp>
      <p:sp>
        <p:nvSpPr>
          <p:cNvPr id="2" name="timeline4-heading">
            <a:extLst xmlns:a="http://schemas.openxmlformats.org/drawingml/2006/main">
              <a:ext uri="{FF2B5EF4-FFF2-40B4-BE49-F238E27FC236}">
                <a16:creationId xmlns:a16="http://schemas.microsoft.com/office/drawing/2014/main" id="{BF3F9BE1-A655-4718-85F6-D278F070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360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[ADD A CLEAR, DECISION-LED TITLE]</a:t>
            </a:r>
          </a:p>
        </p:txBody>
      </p:sp>
      <p:sp>
        <p:nvSpPr>
          <p:cNvPr id="3" name="timeline4-base">
            <a:extLst xmlns:a="http://schemas.openxmlformats.org/drawingml/2006/main">
              <a:ext uri="{FF2B5EF4-FFF2-40B4-BE49-F238E27FC236}">
                <a16:creationId xmlns:a16="http://schemas.microsoft.com/office/drawing/2014/main" id="{02D8F247-65C6-477D-A566-274F3FC5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62400"/>
            <a:ext cx="1047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meline4-tick-0">
            <a:extLst xmlns:a="http://schemas.openxmlformats.org/drawingml/2006/main">
              <a:ext uri="{FF2B5EF4-FFF2-40B4-BE49-F238E27FC236}">
                <a16:creationId xmlns:a16="http://schemas.microsoft.com/office/drawing/2014/main" id="{E59817E7-C3A2-402F-ACD9-933B9064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9570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meline4-dot-0">
            <a:extLst xmlns:a="http://schemas.openxmlformats.org/drawingml/2006/main">
              <a:ext uri="{FF2B5EF4-FFF2-40B4-BE49-F238E27FC236}">
                <a16:creationId xmlns:a16="http://schemas.microsoft.com/office/drawing/2014/main" id="{0346F658-1101-4C50-AC3F-634DC889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28575">
            <a:solidFill>
              <a:srgbClr val="074154"/>
            </a:solidFill>
            <a:prstDash val="solid"/>
          </a:ln>
        </p:spPr>
      </p:sp>
      <p:sp>
        <p:nvSpPr>
          <p:cNvPr id="6" name="timeline4-date-0">
            <a:extLst xmlns:a="http://schemas.openxmlformats.org/drawingml/2006/main">
              <a:ext uri="{FF2B5EF4-FFF2-40B4-BE49-F238E27FC236}">
                <a16:creationId xmlns:a16="http://schemas.microsoft.com/office/drawing/2014/main" id="{515BC62A-6076-4BEF-8210-83FCEBD1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5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5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[DATE]</a:t>
            </a:r>
          </a:p>
        </p:txBody>
      </p:sp>
      <p:sp>
        <p:nvSpPr>
          <p:cNvPr id="7" name="timeline4-title-0">
            <a:extLst xmlns:a="http://schemas.openxmlformats.org/drawingml/2006/main">
              <a:ext uri="{FF2B5EF4-FFF2-40B4-BE49-F238E27FC236}">
                <a16:creationId xmlns:a16="http://schemas.microsoft.com/office/drawing/2014/main" id="{D2B48B25-AC86-4D69-A26C-F2F47D0D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80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[MILESTONE]</a:t>
            </a:r>
          </a:p>
        </p:txBody>
      </p:sp>
      <p:sp>
        <p:nvSpPr>
          <p:cNvPr id="8" name="timeline4-body-0">
            <a:extLst xmlns:a="http://schemas.openxmlformats.org/drawingml/2006/main">
              <a:ext uri="{FF2B5EF4-FFF2-40B4-BE49-F238E27FC236}">
                <a16:creationId xmlns:a16="http://schemas.microsoft.com/office/drawing/2014/main" id="{DE604F2F-8175-4998-A4C9-534D99BA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[Short description]</a:t>
            </a:r>
          </a:p>
        </p:txBody>
      </p:sp>
      <p:sp>
        <p:nvSpPr>
          <p:cNvPr id="9" name="timeline4-tick-1">
            <a:extLst xmlns:a="http://schemas.openxmlformats.org/drawingml/2006/main">
              <a:ext uri="{FF2B5EF4-FFF2-40B4-BE49-F238E27FC236}">
                <a16:creationId xmlns:a16="http://schemas.microsoft.com/office/drawing/2014/main" id="{B1B3D9AF-8CE6-440F-88D8-AA919AE7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9570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imeline4-dot-1">
            <a:extLst xmlns:a="http://schemas.openxmlformats.org/drawingml/2006/main">
              <a:ext uri="{FF2B5EF4-FFF2-40B4-BE49-F238E27FC236}">
                <a16:creationId xmlns:a16="http://schemas.microsoft.com/office/drawing/2014/main" id="{AA4FFD01-B12C-4625-B46A-035A5C13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671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28575">
            <a:solidFill>
              <a:srgbClr val="074154"/>
            </a:solidFill>
            <a:prstDash val="solid"/>
          </a:ln>
        </p:spPr>
      </p:sp>
      <p:sp>
        <p:nvSpPr>
          <p:cNvPr id="11" name="timeline4-date-1">
            <a:extLst xmlns:a="http://schemas.openxmlformats.org/drawingml/2006/main">
              <a:ext uri="{FF2B5EF4-FFF2-40B4-BE49-F238E27FC236}">
                <a16:creationId xmlns:a16="http://schemas.microsoft.com/office/drawing/2014/main" id="{8AAEA8C7-157A-4DB7-A4EF-AA9AAE65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336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5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5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[DATE]</a:t>
            </a:r>
          </a:p>
        </p:txBody>
      </p:sp>
      <p:sp>
        <p:nvSpPr>
          <p:cNvPr id="12" name="timeline4-title-1">
            <a:extLst xmlns:a="http://schemas.openxmlformats.org/drawingml/2006/main">
              <a:ext uri="{FF2B5EF4-FFF2-40B4-BE49-F238E27FC236}">
                <a16:creationId xmlns:a16="http://schemas.microsoft.com/office/drawing/2014/main" id="{66203788-6427-4453-A73C-E29E661B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68630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80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[MILESTONE]</a:t>
            </a:r>
          </a:p>
        </p:txBody>
      </p:sp>
      <p:sp>
        <p:nvSpPr>
          <p:cNvPr id="13" name="timeline4-body-1">
            <a:extLst xmlns:a="http://schemas.openxmlformats.org/drawingml/2006/main">
              <a:ext uri="{FF2B5EF4-FFF2-40B4-BE49-F238E27FC236}">
                <a16:creationId xmlns:a16="http://schemas.microsoft.com/office/drawing/2014/main" id="{87C447B5-D2B1-4014-A0DB-3952145A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1970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[Short description]</a:t>
            </a:r>
          </a:p>
        </p:txBody>
      </p:sp>
      <p:sp>
        <p:nvSpPr>
          <p:cNvPr id="14" name="timeline4-tick-2">
            <a:extLst xmlns:a="http://schemas.openxmlformats.org/drawingml/2006/main">
              <a:ext uri="{FF2B5EF4-FFF2-40B4-BE49-F238E27FC236}">
                <a16:creationId xmlns:a16="http://schemas.microsoft.com/office/drawing/2014/main" id="{114F2CE8-F5C0-4526-8E41-0EFC3BCC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imeline4-dot-2">
            <a:extLst xmlns:a="http://schemas.openxmlformats.org/drawingml/2006/main">
              <a:ext uri="{FF2B5EF4-FFF2-40B4-BE49-F238E27FC236}">
                <a16:creationId xmlns:a16="http://schemas.microsoft.com/office/drawing/2014/main" id="{F855012E-8ADC-4BEA-B91B-21E16CCA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671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28575">
            <a:solidFill>
              <a:srgbClr val="074154"/>
            </a:solidFill>
            <a:prstDash val="solid"/>
          </a:ln>
        </p:spPr>
      </p:sp>
      <p:sp>
        <p:nvSpPr>
          <p:cNvPr id="16" name="timeline4-date-2">
            <a:extLst xmlns:a="http://schemas.openxmlformats.org/drawingml/2006/main">
              <a:ext uri="{FF2B5EF4-FFF2-40B4-BE49-F238E27FC236}">
                <a16:creationId xmlns:a16="http://schemas.microsoft.com/office/drawing/2014/main" id="{B49B3365-9095-42A5-B59E-F151FB55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336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5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5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[DATE]</a:t>
            </a:r>
          </a:p>
        </p:txBody>
      </p:sp>
      <p:sp>
        <p:nvSpPr>
          <p:cNvPr id="17" name="timeline4-title-2">
            <a:extLst xmlns:a="http://schemas.openxmlformats.org/drawingml/2006/main">
              <a:ext uri="{FF2B5EF4-FFF2-40B4-BE49-F238E27FC236}">
                <a16:creationId xmlns:a16="http://schemas.microsoft.com/office/drawing/2014/main" id="{12DFA806-EC8F-4FE3-8C12-7F86CF6A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68630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80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[MILESTONE]</a:t>
            </a:r>
          </a:p>
        </p:txBody>
      </p:sp>
      <p:sp>
        <p:nvSpPr>
          <p:cNvPr id="18" name="timeline4-body-2">
            <a:extLst xmlns:a="http://schemas.openxmlformats.org/drawingml/2006/main">
              <a:ext uri="{FF2B5EF4-FFF2-40B4-BE49-F238E27FC236}">
                <a16:creationId xmlns:a16="http://schemas.microsoft.com/office/drawing/2014/main" id="{F5DD33FC-E2CE-4222-8D9C-13B516A8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1970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[Short description]</a:t>
            </a:r>
          </a:p>
        </p:txBody>
      </p:sp>
      <p:sp>
        <p:nvSpPr>
          <p:cNvPr id="19" name="timeline4-tick-3">
            <a:extLst xmlns:a="http://schemas.openxmlformats.org/drawingml/2006/main">
              <a:ext uri="{FF2B5EF4-FFF2-40B4-BE49-F238E27FC236}">
                <a16:creationId xmlns:a16="http://schemas.microsoft.com/office/drawing/2014/main" id="{AB7ACA00-0394-4D4C-9D4B-09F9BCD2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9570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8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imeline4-dot-3">
            <a:extLst xmlns:a="http://schemas.openxmlformats.org/drawingml/2006/main">
              <a:ext uri="{FF2B5EF4-FFF2-40B4-BE49-F238E27FC236}">
                <a16:creationId xmlns:a16="http://schemas.microsoft.com/office/drawing/2014/main" id="{D3814DFC-A2EA-4FA6-99AC-F67893B7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671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887"/>
          </a:solidFill>
          <a:ln xmlns:a="http://schemas.openxmlformats.org/drawingml/2006/main" w="28575">
            <a:solidFill>
              <a:srgbClr val="0A6887"/>
            </a:solidFill>
            <a:prstDash val="solid"/>
          </a:ln>
        </p:spPr>
      </p:sp>
      <p:sp>
        <p:nvSpPr>
          <p:cNvPr id="21" name="timeline4-date-3">
            <a:extLst xmlns:a="http://schemas.openxmlformats.org/drawingml/2006/main">
              <a:ext uri="{FF2B5EF4-FFF2-40B4-BE49-F238E27FC236}">
                <a16:creationId xmlns:a16="http://schemas.microsoft.com/office/drawing/2014/main" id="{BD1ACD38-28CC-401D-BF94-DAE5BE7D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336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5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5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[DATE]</a:t>
            </a:r>
          </a:p>
        </p:txBody>
      </p:sp>
      <p:sp>
        <p:nvSpPr>
          <p:cNvPr id="22" name="timeline4-title-3">
            <a:extLst xmlns:a="http://schemas.openxmlformats.org/drawingml/2006/main">
              <a:ext uri="{FF2B5EF4-FFF2-40B4-BE49-F238E27FC236}">
                <a16:creationId xmlns:a16="http://schemas.microsoft.com/office/drawing/2014/main" id="{B18B18F6-CD0C-4289-814C-F19F39DC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68630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80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[MILESTONE]</a:t>
            </a:r>
          </a:p>
        </p:txBody>
      </p:sp>
      <p:sp>
        <p:nvSpPr>
          <p:cNvPr id="23" name="timeline4-body-3">
            <a:extLst xmlns:a="http://schemas.openxmlformats.org/drawingml/2006/main">
              <a:ext uri="{FF2B5EF4-FFF2-40B4-BE49-F238E27FC236}">
                <a16:creationId xmlns:a16="http://schemas.microsoft.com/office/drawing/2014/main" id="{EA5A6AAE-4C74-422A-9103-6C743059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1970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[Short description]</a:t>
            </a:r>
          </a:p>
        </p:txBody>
      </p:sp>
    </p:spTree>
    <p:extLst>
      <p:ext uri="{BB962C8B-B14F-4D97-AF65-F5344CB8AC3E}">
        <p14:creationId xmlns:p14="http://schemas.microsoft.com/office/powerpoint/2010/main" val="1638951341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71CA7D75-A234-44B1-91D1-AC4555E9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ROADMAP / FIVE PHASES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B4231FC0-EC70-435C-9911-DE7DB833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[ADD A CLEAR, DECISION-LED TITLE]</a:t>
            </a:r>
          </a:p>
        </p:txBody>
      </p:sp>
      <p:sp>
        <p:nvSpPr>
          <p:cNvPr id="3" name="timeline5-base">
            <a:extLst xmlns:a="http://schemas.openxmlformats.org/drawingml/2006/main">
              <a:ext uri="{FF2B5EF4-FFF2-40B4-BE49-F238E27FC236}">
                <a16:creationId xmlns:a16="http://schemas.microsoft.com/office/drawing/2014/main" id="{5B05A6F9-4E16-41E2-B5EC-07A2B0B5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576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71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meline5-stem-0">
            <a:extLst xmlns:a="http://schemas.openxmlformats.org/drawingml/2006/main">
              <a:ext uri="{FF2B5EF4-FFF2-40B4-BE49-F238E27FC236}">
                <a16:creationId xmlns:a16="http://schemas.microsoft.com/office/drawing/2014/main" id="{C3BB91AF-FF78-4AA0-BD6C-4AFD5E0A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285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8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meline5-dot-0">
            <a:extLst xmlns:a="http://schemas.openxmlformats.org/drawingml/2006/main">
              <a:ext uri="{FF2B5EF4-FFF2-40B4-BE49-F238E27FC236}">
                <a16:creationId xmlns:a16="http://schemas.microsoft.com/office/drawing/2014/main" id="{018818DD-5F39-46C3-8AB9-66DAAE8E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43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28575">
            <a:solidFill>
              <a:srgbClr val="0A6887"/>
            </a:solidFill>
            <a:prstDash val="solid"/>
          </a:ln>
        </p:spPr>
      </p:sp>
      <p:sp>
        <p:nvSpPr>
          <p:cNvPr id="6" name="timeline5-date-0">
            <a:extLst xmlns:a="http://schemas.openxmlformats.org/drawingml/2006/main">
              <a:ext uri="{FF2B5EF4-FFF2-40B4-BE49-F238E27FC236}">
                <a16:creationId xmlns:a16="http://schemas.microsoft.com/office/drawing/2014/main" id="{5DB62E42-BF89-4DAB-88F4-A0CBBD6B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10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[DATE]</a:t>
            </a:r>
          </a:p>
        </p:txBody>
      </p:sp>
      <p:sp>
        <p:nvSpPr>
          <p:cNvPr id="7" name="timeline5-title-0">
            <a:extLst xmlns:a="http://schemas.openxmlformats.org/drawingml/2006/main">
              <a:ext uri="{FF2B5EF4-FFF2-40B4-BE49-F238E27FC236}">
                <a16:creationId xmlns:a16="http://schemas.microsoft.com/office/drawing/2014/main" id="{B5C6DFED-9E62-463C-8196-6794A5F3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350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[PHASE]</a:t>
            </a:r>
          </a:p>
        </p:txBody>
      </p:sp>
      <p:sp>
        <p:nvSpPr>
          <p:cNvPr id="8" name="timeline5-body-0">
            <a:extLst xmlns:a="http://schemas.openxmlformats.org/drawingml/2006/main">
              <a:ext uri="{FF2B5EF4-FFF2-40B4-BE49-F238E27FC236}">
                <a16:creationId xmlns:a16="http://schemas.microsoft.com/office/drawing/2014/main" id="{BE98F1E8-7E70-45C2-9F05-3996CE21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[Short description]</a:t>
            </a:r>
          </a:p>
        </p:txBody>
      </p:sp>
      <p:sp>
        <p:nvSpPr>
          <p:cNvPr id="9" name="timeline5-stem-1">
            <a:extLst xmlns:a="http://schemas.openxmlformats.org/drawingml/2006/main">
              <a:ext uri="{FF2B5EF4-FFF2-40B4-BE49-F238E27FC236}">
                <a16:creationId xmlns:a16="http://schemas.microsoft.com/office/drawing/2014/main" id="{7CD610C2-7FDC-434F-9FBE-DAA9DA59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057650"/>
            <a:ext cx="285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8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imeline5-dot-1">
            <a:extLst xmlns:a="http://schemas.openxmlformats.org/drawingml/2006/main">
              <a:ext uri="{FF2B5EF4-FFF2-40B4-BE49-F238E27FC236}">
                <a16:creationId xmlns:a16="http://schemas.microsoft.com/office/drawing/2014/main" id="{771A4105-377C-4BFA-9466-DBB9B714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943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28575">
            <a:solidFill>
              <a:srgbClr val="0A6887"/>
            </a:solidFill>
            <a:prstDash val="solid"/>
          </a:ln>
        </p:spPr>
      </p:sp>
      <p:sp>
        <p:nvSpPr>
          <p:cNvPr id="11" name="timeline5-date-1">
            <a:extLst xmlns:a="http://schemas.openxmlformats.org/drawingml/2006/main">
              <a:ext uri="{FF2B5EF4-FFF2-40B4-BE49-F238E27FC236}">
                <a16:creationId xmlns:a16="http://schemas.microsoft.com/office/drawing/2014/main" id="{C8737C50-527D-4EAC-8FB9-10512966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8196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10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[DATE]</a:t>
            </a:r>
          </a:p>
        </p:txBody>
      </p:sp>
      <p:sp>
        <p:nvSpPr>
          <p:cNvPr id="12" name="timeline5-title-1">
            <a:extLst xmlns:a="http://schemas.openxmlformats.org/drawingml/2006/main">
              <a:ext uri="{FF2B5EF4-FFF2-40B4-BE49-F238E27FC236}">
                <a16:creationId xmlns:a16="http://schemas.microsoft.com/office/drawing/2014/main" id="{8B5018A8-C26F-4C88-ADC1-E54EA404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53149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350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[PHASE]</a:t>
            </a:r>
          </a:p>
        </p:txBody>
      </p:sp>
      <p:sp>
        <p:nvSpPr>
          <p:cNvPr id="13" name="timeline5-body-1">
            <a:extLst xmlns:a="http://schemas.openxmlformats.org/drawingml/2006/main">
              <a:ext uri="{FF2B5EF4-FFF2-40B4-BE49-F238E27FC236}">
                <a16:creationId xmlns:a16="http://schemas.microsoft.com/office/drawing/2014/main" id="{B19D38F2-6261-4A6B-8E79-A5C661DB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7340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[Short description]</a:t>
            </a:r>
          </a:p>
        </p:txBody>
      </p:sp>
      <p:sp>
        <p:nvSpPr>
          <p:cNvPr id="14" name="timeline5-stem-2">
            <a:extLst xmlns:a="http://schemas.openxmlformats.org/drawingml/2006/main">
              <a:ext uri="{FF2B5EF4-FFF2-40B4-BE49-F238E27FC236}">
                <a16:creationId xmlns:a16="http://schemas.microsoft.com/office/drawing/2014/main" id="{F5B516EB-AE35-4EC4-B75F-554ABA7B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43250"/>
            <a:ext cx="285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8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imeline5-dot-2">
            <a:extLst xmlns:a="http://schemas.openxmlformats.org/drawingml/2006/main">
              <a:ext uri="{FF2B5EF4-FFF2-40B4-BE49-F238E27FC236}">
                <a16:creationId xmlns:a16="http://schemas.microsoft.com/office/drawing/2014/main" id="{D9C18465-A700-4124-AE64-D4182521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43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28575">
            <a:solidFill>
              <a:srgbClr val="0A6887"/>
            </a:solidFill>
            <a:prstDash val="solid"/>
          </a:ln>
        </p:spPr>
      </p:sp>
      <p:sp>
        <p:nvSpPr>
          <p:cNvPr id="16" name="timeline5-date-2">
            <a:extLst xmlns:a="http://schemas.openxmlformats.org/drawingml/2006/main">
              <a:ext uri="{FF2B5EF4-FFF2-40B4-BE49-F238E27FC236}">
                <a16:creationId xmlns:a16="http://schemas.microsoft.com/office/drawing/2014/main" id="{E991FE71-2F16-4B4F-92AC-87203591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10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[DATE]</a:t>
            </a:r>
          </a:p>
        </p:txBody>
      </p:sp>
      <p:sp>
        <p:nvSpPr>
          <p:cNvPr id="17" name="timeline5-title-2">
            <a:extLst xmlns:a="http://schemas.openxmlformats.org/drawingml/2006/main">
              <a:ext uri="{FF2B5EF4-FFF2-40B4-BE49-F238E27FC236}">
                <a16:creationId xmlns:a16="http://schemas.microsoft.com/office/drawing/2014/main" id="{10FFDC83-1329-49E9-9644-ED99FC16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9146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350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[PHASE]</a:t>
            </a:r>
          </a:p>
        </p:txBody>
      </p:sp>
      <p:sp>
        <p:nvSpPr>
          <p:cNvPr id="18" name="timeline5-body-2">
            <a:extLst xmlns:a="http://schemas.openxmlformats.org/drawingml/2006/main">
              <a:ext uri="{FF2B5EF4-FFF2-40B4-BE49-F238E27FC236}">
                <a16:creationId xmlns:a16="http://schemas.microsoft.com/office/drawing/2014/main" id="{F8EA3A26-C4E1-4CE2-8AEF-6C6652DA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337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[Short description]</a:t>
            </a:r>
          </a:p>
        </p:txBody>
      </p:sp>
      <p:sp>
        <p:nvSpPr>
          <p:cNvPr id="19" name="timeline5-stem-3">
            <a:extLst xmlns:a="http://schemas.openxmlformats.org/drawingml/2006/main">
              <a:ext uri="{FF2B5EF4-FFF2-40B4-BE49-F238E27FC236}">
                <a16:creationId xmlns:a16="http://schemas.microsoft.com/office/drawing/2014/main" id="{33E42CC7-3DE7-4FE9-96A0-56073000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057650"/>
            <a:ext cx="285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8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imeline5-dot-3">
            <a:extLst xmlns:a="http://schemas.openxmlformats.org/drawingml/2006/main">
              <a:ext uri="{FF2B5EF4-FFF2-40B4-BE49-F238E27FC236}">
                <a16:creationId xmlns:a16="http://schemas.microsoft.com/office/drawing/2014/main" id="{66F87293-EBF3-4EA7-BD25-9B139912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943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28575">
            <a:solidFill>
              <a:srgbClr val="0A6887"/>
            </a:solidFill>
            <a:prstDash val="solid"/>
          </a:ln>
        </p:spPr>
      </p:sp>
      <p:sp>
        <p:nvSpPr>
          <p:cNvPr id="21" name="timeline5-date-3">
            <a:extLst xmlns:a="http://schemas.openxmlformats.org/drawingml/2006/main">
              <a:ext uri="{FF2B5EF4-FFF2-40B4-BE49-F238E27FC236}">
                <a16:creationId xmlns:a16="http://schemas.microsoft.com/office/drawing/2014/main" id="{CC902DE2-ACFC-471B-B0D1-A5924D82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8196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10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[DATE]</a:t>
            </a:r>
          </a:p>
        </p:txBody>
      </p:sp>
      <p:sp>
        <p:nvSpPr>
          <p:cNvPr id="22" name="timeline5-title-3">
            <a:extLst xmlns:a="http://schemas.openxmlformats.org/drawingml/2006/main">
              <a:ext uri="{FF2B5EF4-FFF2-40B4-BE49-F238E27FC236}">
                <a16:creationId xmlns:a16="http://schemas.microsoft.com/office/drawing/2014/main" id="{6611A910-DF2E-454B-8749-39435D5A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3149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350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[PHASE]</a:t>
            </a:r>
          </a:p>
        </p:txBody>
      </p:sp>
      <p:sp>
        <p:nvSpPr>
          <p:cNvPr id="23" name="timeline5-body-3">
            <a:extLst xmlns:a="http://schemas.openxmlformats.org/drawingml/2006/main">
              <a:ext uri="{FF2B5EF4-FFF2-40B4-BE49-F238E27FC236}">
                <a16:creationId xmlns:a16="http://schemas.microsoft.com/office/drawing/2014/main" id="{6A936B7F-6445-4594-B996-FC87D990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7340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[Short description]</a:t>
            </a:r>
          </a:p>
        </p:txBody>
      </p:sp>
      <p:sp>
        <p:nvSpPr>
          <p:cNvPr id="24" name="timeline5-stem-4">
            <a:extLst xmlns:a="http://schemas.openxmlformats.org/drawingml/2006/main">
              <a:ext uri="{FF2B5EF4-FFF2-40B4-BE49-F238E27FC236}">
                <a16:creationId xmlns:a16="http://schemas.microsoft.com/office/drawing/2014/main" id="{96694940-377E-4F80-A133-6B37F694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143250"/>
            <a:ext cx="285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8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imeline5-dot-4">
            <a:extLst xmlns:a="http://schemas.openxmlformats.org/drawingml/2006/main">
              <a:ext uri="{FF2B5EF4-FFF2-40B4-BE49-F238E27FC236}">
                <a16:creationId xmlns:a16="http://schemas.microsoft.com/office/drawing/2014/main" id="{E50F2DAB-B0B9-43FD-931F-5FEB8417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3943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887"/>
          </a:solidFill>
          <a:ln xmlns:a="http://schemas.openxmlformats.org/drawingml/2006/main" w="28575">
            <a:solidFill>
              <a:srgbClr val="0A6887"/>
            </a:solidFill>
            <a:prstDash val="solid"/>
          </a:ln>
        </p:spPr>
      </p:sp>
      <p:sp>
        <p:nvSpPr>
          <p:cNvPr id="26" name="timeline5-date-4">
            <a:extLst xmlns:a="http://schemas.openxmlformats.org/drawingml/2006/main">
              <a:ext uri="{FF2B5EF4-FFF2-40B4-BE49-F238E27FC236}">
                <a16:creationId xmlns:a16="http://schemas.microsoft.com/office/drawing/2014/main" id="{C7BFFB67-8562-48E1-84E8-BD840D03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24193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10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[DATE]</a:t>
            </a:r>
          </a:p>
        </p:txBody>
      </p:sp>
      <p:sp>
        <p:nvSpPr>
          <p:cNvPr id="27" name="timeline5-title-4">
            <a:extLst xmlns:a="http://schemas.openxmlformats.org/drawingml/2006/main">
              <a:ext uri="{FF2B5EF4-FFF2-40B4-BE49-F238E27FC236}">
                <a16:creationId xmlns:a16="http://schemas.microsoft.com/office/drawing/2014/main" id="{20977550-D278-4FBF-B6DD-C20403F3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9146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350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[PHASE]</a:t>
            </a:r>
          </a:p>
        </p:txBody>
      </p:sp>
      <p:sp>
        <p:nvSpPr>
          <p:cNvPr id="28" name="timeline5-body-4">
            <a:extLst xmlns:a="http://schemas.openxmlformats.org/drawingml/2006/main">
              <a:ext uri="{FF2B5EF4-FFF2-40B4-BE49-F238E27FC236}">
                <a16:creationId xmlns:a16="http://schemas.microsoft.com/office/drawing/2014/main" id="{6CBF57A5-23BE-46D7-BD3E-E2E657B8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3337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[Short description]</a:t>
            </a:r>
          </a:p>
        </p:txBody>
      </p:sp>
    </p:spTree>
    <p:extLst>
      <p:ext uri="{BB962C8B-B14F-4D97-AF65-F5344CB8AC3E}">
        <p14:creationId xmlns:p14="http://schemas.microsoft.com/office/powerpoint/2010/main" val="558122154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1FD1A346-0F8C-4241-957D-65348F6D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ROADMAP / PHASED DELIVERY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EFC5A581-3813-405D-92CD-44451802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[ADD A CLEAR, DECISION-LED TITLE]</a:t>
            </a:r>
          </a:p>
        </p:txBody>
      </p:sp>
      <p:sp>
        <p:nvSpPr>
          <p:cNvPr id="3" name="roadmap-band-0">
            <a:extLst xmlns:a="http://schemas.openxmlformats.org/drawingml/2006/main">
              <a:ext uri="{FF2B5EF4-FFF2-40B4-BE49-F238E27FC236}">
                <a16:creationId xmlns:a16="http://schemas.microsoft.com/office/drawing/2014/main" id="{9D0D7DCF-55E0-417C-8613-492D97F5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33337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7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oadmap-label-0">
            <a:extLst xmlns:a="http://schemas.openxmlformats.org/drawingml/2006/main">
              <a:ext uri="{FF2B5EF4-FFF2-40B4-BE49-F238E27FC236}">
                <a16:creationId xmlns:a16="http://schemas.microsoft.com/office/drawing/2014/main" id="{54AE2B86-7735-4F22-8454-ED6C301F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PHASE 01</a:t>
            </a:r>
          </a:p>
        </p:txBody>
      </p:sp>
      <p:sp>
        <p:nvSpPr>
          <p:cNvPr id="5" name="roadmap-title-0">
            <a:extLst xmlns:a="http://schemas.openxmlformats.org/drawingml/2006/main">
              <a:ext uri="{FF2B5EF4-FFF2-40B4-BE49-F238E27FC236}">
                <a16:creationId xmlns:a16="http://schemas.microsoft.com/office/drawing/2014/main" id="{22DC339F-3C62-439A-B402-53AEF9A8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62300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[PHASE TITLE]</a:t>
            </a:r>
          </a:p>
        </p:txBody>
      </p:sp>
      <p:sp>
        <p:nvSpPr>
          <p:cNvPr id="6" name="roadmap-date-0">
            <a:extLst xmlns:a="http://schemas.openxmlformats.org/drawingml/2006/main">
              <a:ext uri="{FF2B5EF4-FFF2-40B4-BE49-F238E27FC236}">
                <a16:creationId xmlns:a16="http://schemas.microsoft.com/office/drawing/2014/main" id="{5C21C34C-B809-4701-AC2D-DBF6EFF4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[DATE RANGE]</a:t>
            </a:r>
          </a:p>
        </p:txBody>
      </p:sp>
      <p:sp>
        <p:nvSpPr>
          <p:cNvPr id="7" name="roadmap-body-0">
            <a:extLst xmlns:a="http://schemas.openxmlformats.org/drawingml/2006/main">
              <a:ext uri="{FF2B5EF4-FFF2-40B4-BE49-F238E27FC236}">
                <a16:creationId xmlns:a16="http://schemas.microsoft.com/office/drawing/2014/main" id="{53DD4837-86A0-4C16-8A3C-84E6D31D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48200"/>
            <a:ext cx="276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spcAft>
                <a:spcPts val="10"/>
              </a:spcAft>
              <a:buChar char="–"/>
              <a:def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t>[Key activity]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–"/>
              <a:def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t>[Key activity]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–"/>
              <a:def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t>[Expected outcome]</a:t>
            </a:r>
          </a:p>
        </p:txBody>
      </p:sp>
      <p:sp>
        <p:nvSpPr>
          <p:cNvPr id="8" name="roadmap-band-1">
            <a:extLst xmlns:a="http://schemas.openxmlformats.org/drawingml/2006/main">
              <a:ext uri="{FF2B5EF4-FFF2-40B4-BE49-F238E27FC236}">
                <a16:creationId xmlns:a16="http://schemas.microsoft.com/office/drawing/2014/main" id="{7A3423FE-8B22-431E-89F1-C32C4853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66950"/>
            <a:ext cx="40005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oadmap-label-1">
            <a:extLst xmlns:a="http://schemas.openxmlformats.org/drawingml/2006/main">
              <a:ext uri="{FF2B5EF4-FFF2-40B4-BE49-F238E27FC236}">
                <a16:creationId xmlns:a16="http://schemas.microsoft.com/office/drawing/2014/main" id="{502F48B1-C821-4AE4-BEA5-2AF58857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0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PHASE 02</a:t>
            </a:r>
          </a:p>
        </p:txBody>
      </p:sp>
      <p:sp>
        <p:nvSpPr>
          <p:cNvPr id="10" name="roadmap-title-1">
            <a:extLst xmlns:a="http://schemas.openxmlformats.org/drawingml/2006/main">
              <a:ext uri="{FF2B5EF4-FFF2-40B4-BE49-F238E27FC236}">
                <a16:creationId xmlns:a16="http://schemas.microsoft.com/office/drawing/2014/main" id="{0D8A50BA-F422-42AC-B571-56E0D108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62300"/>
            <a:ext cx="342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[PHASE TITLE]</a:t>
            </a:r>
          </a:p>
        </p:txBody>
      </p:sp>
      <p:sp>
        <p:nvSpPr>
          <p:cNvPr id="11" name="roadmap-date-1">
            <a:extLst xmlns:a="http://schemas.openxmlformats.org/drawingml/2006/main">
              <a:ext uri="{FF2B5EF4-FFF2-40B4-BE49-F238E27FC236}">
                <a16:creationId xmlns:a16="http://schemas.microsoft.com/office/drawing/2014/main" id="{EB583BA3-61C3-4765-9078-850D566C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9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[DATE RANGE]</a:t>
            </a:r>
          </a:p>
        </p:txBody>
      </p:sp>
      <p:sp>
        <p:nvSpPr>
          <p:cNvPr id="12" name="roadmap-body-1">
            <a:extLst xmlns:a="http://schemas.openxmlformats.org/drawingml/2006/main">
              <a:ext uri="{FF2B5EF4-FFF2-40B4-BE49-F238E27FC236}">
                <a16:creationId xmlns:a16="http://schemas.microsoft.com/office/drawing/2014/main" id="{F7C7AB5A-68C9-4D07-9720-E71C65EB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4820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spcAft>
                <a:spcPts val="10"/>
              </a:spcAft>
              <a:buChar char="–"/>
              <a:def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t>[Key activity]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–"/>
              <a:def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t>[Key activity]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–"/>
              <a:def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t>[Expected outcome]</a:t>
            </a:r>
          </a:p>
        </p:txBody>
      </p:sp>
      <p:sp>
        <p:nvSpPr>
          <p:cNvPr id="13" name="roadmap-band-2">
            <a:extLst xmlns:a="http://schemas.openxmlformats.org/drawingml/2006/main">
              <a:ext uri="{FF2B5EF4-FFF2-40B4-BE49-F238E27FC236}">
                <a16:creationId xmlns:a16="http://schemas.microsoft.com/office/drawing/2014/main" id="{B65E7105-AE92-417A-B81D-38894DF4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66950"/>
            <a:ext cx="48958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oadmap-label-2">
            <a:extLst xmlns:a="http://schemas.openxmlformats.org/drawingml/2006/main">
              <a:ext uri="{FF2B5EF4-FFF2-40B4-BE49-F238E27FC236}">
                <a16:creationId xmlns:a16="http://schemas.microsoft.com/office/drawing/2014/main" id="{3E8157F2-7E73-4D29-8C9D-BCFA2205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09850"/>
            <a:ext cx="432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PHASE 03</a:t>
            </a:r>
          </a:p>
        </p:txBody>
      </p:sp>
      <p:sp>
        <p:nvSpPr>
          <p:cNvPr id="15" name="roadmap-title-2">
            <a:extLst xmlns:a="http://schemas.openxmlformats.org/drawingml/2006/main">
              <a:ext uri="{FF2B5EF4-FFF2-40B4-BE49-F238E27FC236}">
                <a16:creationId xmlns:a16="http://schemas.microsoft.com/office/drawing/2014/main" id="{1A04BED4-BA46-4452-A2F4-A3660B62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62300"/>
            <a:ext cx="4324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[PHASE TITLE]</a:t>
            </a:r>
          </a:p>
        </p:txBody>
      </p:sp>
      <p:sp>
        <p:nvSpPr>
          <p:cNvPr id="16" name="roadmap-date-2">
            <a:extLst xmlns:a="http://schemas.openxmlformats.org/drawingml/2006/main">
              <a:ext uri="{FF2B5EF4-FFF2-40B4-BE49-F238E27FC236}">
                <a16:creationId xmlns:a16="http://schemas.microsoft.com/office/drawing/2014/main" id="{B0872429-10FF-42C5-9767-A6D187C7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95750"/>
            <a:ext cx="432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[DATE RANGE]</a:t>
            </a:r>
          </a:p>
        </p:txBody>
      </p:sp>
      <p:sp>
        <p:nvSpPr>
          <p:cNvPr id="17" name="roadmap-body-2">
            <a:extLst xmlns:a="http://schemas.openxmlformats.org/drawingml/2006/main">
              <a:ext uri="{FF2B5EF4-FFF2-40B4-BE49-F238E27FC236}">
                <a16:creationId xmlns:a16="http://schemas.microsoft.com/office/drawing/2014/main" id="{5D720B24-3A83-47CF-9C04-69DB539C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48200"/>
            <a:ext cx="43243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spcAft>
                <a:spcPts val="10"/>
              </a:spcAft>
              <a:buChar char="–"/>
              <a:def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t>[Key activity]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–"/>
              <a:def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t>[Key activity]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–"/>
              <a:def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t>[Expected outcome]</a:t>
            </a:r>
          </a:p>
        </p:txBody>
      </p:sp>
    </p:spTree>
    <p:extLst>
      <p:ext uri="{BB962C8B-B14F-4D97-AF65-F5344CB8AC3E}">
        <p14:creationId xmlns:p14="http://schemas.microsoft.com/office/powerpoint/2010/main" val="2025134703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E0365AE0-0C43-4281-9BD3-247C486B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DATA / COMPARISON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E0B50871-06F4-4171-9227-4C67669A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[ADD THE INSIGHT, NOT THE CHART TYPE]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914400" y="2038350"/>
          <a:ext xmlns:a="http://schemas.openxmlformats.org/drawingml/2006/main" cx="11811000" cy="4248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9b4b293388409b"/>
          </a:graphicData>
        </a:graphic>
      </p:graphicFrame>
      <p:sp>
        <p:nvSpPr>
          <p:cNvPr id="4" name="bar-full-note">
            <a:extLst xmlns:a="http://schemas.openxmlformats.org/drawingml/2006/main">
              <a:ext uri="{FF2B5EF4-FFF2-40B4-BE49-F238E27FC236}">
                <a16:creationId xmlns:a16="http://schemas.microsoft.com/office/drawing/2014/main" id="{D4E157D7-27EC-4347-92D1-73B0F0AC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341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EDIT DATA · Replace categories, values, units and title before presenting.</a:t>
            </a:r>
          </a:p>
        </p:txBody>
      </p:sp>
    </p:spTree>
    <p:extLst>
      <p:ext uri="{BB962C8B-B14F-4D97-AF65-F5344CB8AC3E}">
        <p14:creationId xmlns:p14="http://schemas.microsoft.com/office/powerpoint/2010/main" val="564582896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B5472257-7D8D-4C87-B6FC-276C8773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DATA / COMPARISON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0F1A1EB3-B2DC-4FD5-9EBA-3342C1C3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[ADD THE INSIGHT, NOT THE CHART TYPE]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742950" y="2152650"/>
          <a:ext xmlns:a="http://schemas.openxmlformats.org/drawingml/2006/main" cx="7810500" cy="3962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bae5683acd4e5a"/>
          </a:graphicData>
        </a:graphic>
      </p:graphicFrame>
      <p:sp>
        <p:nvSpPr>
          <p:cNvPr id="4" name="content-body-0">
            <a:extLst xmlns:a="http://schemas.openxmlformats.org/drawingml/2006/main">
              <a:ext uri="{FF2B5EF4-FFF2-40B4-BE49-F238E27FC236}">
                <a16:creationId xmlns:a16="http://schemas.microsoft.com/office/drawing/2014/main" id="{562EFE43-E742-4981-8021-804C8FEC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66950"/>
            <a:ext cx="31432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2400" b="1">
                <a:solidFill>
                  <a:srgbClr val="074154"/>
                </a:solidFill>
              </a:rPr>
              <a:t>[WHAT THE CHART MEANS]</a:t>
            </a:r>
          </a:p>
          <a:p xmlns:a="http://schemas.openxmlformats.org/drawingml/2006/main">
            <a:pPr algn="l">
              <a:def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conclusion in one or two sentences.]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first supporting point.]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second supporting point.]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third supporting point.]</a:t>
            </a:r>
          </a:p>
        </p:txBody>
      </p:sp>
    </p:spTree>
    <p:extLst>
      <p:ext uri="{BB962C8B-B14F-4D97-AF65-F5344CB8AC3E}">
        <p14:creationId xmlns:p14="http://schemas.microsoft.com/office/powerpoint/2010/main" val="363104409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16E14B52-9E16-4B23-8701-860C8ACA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DATA / TREND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829036FD-B21E-4AF4-B28C-544B91BB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[ADD THE TREND OR CHANGE THAT MATTERS]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914400" y="2038350"/>
          <a:ext xmlns:a="http://schemas.openxmlformats.org/drawingml/2006/main" cx="11811000" cy="4248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9a3014ebff417b"/>
          </a:graphicData>
        </a:graphic>
      </p:graphicFrame>
      <p:sp>
        <p:nvSpPr>
          <p:cNvPr id="4" name="line-full-note">
            <a:extLst xmlns:a="http://schemas.openxmlformats.org/drawingml/2006/main">
              <a:ext uri="{FF2B5EF4-FFF2-40B4-BE49-F238E27FC236}">
                <a16:creationId xmlns:a16="http://schemas.microsoft.com/office/drawing/2014/main" id="{22C2228C-6298-496C-BE3F-E1192DA1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341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EDIT DATA · Replace periods, values, units and title before presenting.</a:t>
            </a:r>
          </a:p>
        </p:txBody>
      </p:sp>
    </p:spTree>
    <p:extLst>
      <p:ext uri="{BB962C8B-B14F-4D97-AF65-F5344CB8AC3E}">
        <p14:creationId xmlns:p14="http://schemas.microsoft.com/office/powerpoint/2010/main" val="278138185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5B5151A1-866D-4D7A-854E-D9D7D285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DATA / TREND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0C51922D-BCE1-4669-B122-73D9A7E5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[ADD THE RELATIONSHIP BETWEEN THE TWO SERIES]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742950" y="2152650"/>
          <a:ext xmlns:a="http://schemas.openxmlformats.org/drawingml/2006/main" cx="7810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85c25553ec48ad"/>
          </a:graphicData>
        </a:graphic>
      </p:graphicFrame>
      <p:sp>
        <p:nvSpPr>
          <p:cNvPr id="4" name="content-body-0">
            <a:extLst xmlns:a="http://schemas.openxmlformats.org/drawingml/2006/main">
              <a:ext uri="{FF2B5EF4-FFF2-40B4-BE49-F238E27FC236}">
                <a16:creationId xmlns:a16="http://schemas.microsoft.com/office/drawing/2014/main" id="{DB947423-7C7F-4D88-AB55-413C27FB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66950"/>
            <a:ext cx="31432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2400" b="1">
                <a:solidFill>
                  <a:srgbClr val="074154"/>
                </a:solidFill>
              </a:rPr>
              <a:t>[WHAT THE CHART MEANS]</a:t>
            </a:r>
          </a:p>
          <a:p xmlns:a="http://schemas.openxmlformats.org/drawingml/2006/main">
            <a:pPr algn="l">
              <a:def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conclusion in one or two sentences.]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first supporting point.]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second supporting point.]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third supporting point.]</a:t>
            </a:r>
          </a:p>
        </p:txBody>
      </p:sp>
    </p:spTree>
    <p:extLst>
      <p:ext uri="{BB962C8B-B14F-4D97-AF65-F5344CB8AC3E}">
        <p14:creationId xmlns:p14="http://schemas.microsoft.com/office/powerpoint/2010/main" val="756216911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BD8713CF-208B-4037-B37F-1ACB22DC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DATA / COMPOSITION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E6227B7D-C12A-41F2-A332-63A68010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[ADD THE WHOLE-TO-PART CONCLUSION]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857250" y="2000250"/>
          <a:ext xmlns:a="http://schemas.openxmlformats.org/drawingml/2006/main" cx="59055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43bc53a9fb4816"/>
          </a:graphicData>
        </a:graphic>
      </p:graphicFrame>
      <p:sp>
        <p:nvSpPr>
          <p:cNvPr id="4" name="content-body-0">
            <a:extLst xmlns:a="http://schemas.openxmlformats.org/drawingml/2006/main">
              <a:ext uri="{FF2B5EF4-FFF2-40B4-BE49-F238E27FC236}">
                <a16:creationId xmlns:a16="http://schemas.microsoft.com/office/drawing/2014/main" id="{57C534CD-6BB6-4966-8A55-8DD7822D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47900"/>
            <a:ext cx="4953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2700" b="1">
                <a:solidFill>
                  <a:srgbClr val="074154"/>
                </a:solidFill>
              </a:rPr>
              <a:t>[ADD THE MAIN TAKEAWAY]</a:t>
            </a:r>
          </a:p>
          <a:p xmlns:a="http://schemas.openxmlformats.org/drawingml/2006/main">
            <a:pPr algn="l">
              <a:defRPr sz="180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[Explain the most important segment and why the composition matters.]</a:t>
            </a:r>
          </a:p>
          <a:p xmlns:a="http://schemas.openxmlformats.org/drawingml/2006/main">
            <a:pPr algn="l">
              <a:defRPr sz="180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b="1">
                <a:solidFill>
                  <a:srgbClr val="0A6887"/>
                </a:solidFill>
              </a:rPr>
              <a:t>EDIT DATA</a:t>
            </a:r>
            <a:r>
              <a:t> to replace the example values.</a:t>
            </a:r>
          </a:p>
        </p:txBody>
      </p:sp>
    </p:spTree>
    <p:extLst>
      <p:ext uri="{BB962C8B-B14F-4D97-AF65-F5344CB8AC3E}">
        <p14:creationId xmlns:p14="http://schemas.microsoft.com/office/powerpoint/2010/main" val="665458740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FFA06598-2BC7-4767-B47B-FFE96279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DATA / MIX OVER TIME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5131F952-A497-4EA3-9880-A447D498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[ADD THE CHANGE IN COMPOSITION THAT MATTERS]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914400" y="2095500"/>
          <a:ext xmlns:a="http://schemas.openxmlformats.org/drawingml/2006/main" cx="11811000" cy="4114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51622b218b4491d"/>
          </a:graphicData>
        </a:graphic>
      </p:graphicFrame>
      <p:sp>
        <p:nvSpPr>
          <p:cNvPr id="4" name="stacked-note">
            <a:extLst xmlns:a="http://schemas.openxmlformats.org/drawingml/2006/main">
              <a:ext uri="{FF2B5EF4-FFF2-40B4-BE49-F238E27FC236}">
                <a16:creationId xmlns:a16="http://schemas.microsoft.com/office/drawing/2014/main" id="{E8038A49-1943-41A0-8600-03FC8172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341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EDIT DATA · Ensure every column represents the same whole before presenting.</a:t>
            </a:r>
          </a:p>
        </p:txBody>
      </p:sp>
    </p:spTree>
    <p:extLst>
      <p:ext uri="{BB962C8B-B14F-4D97-AF65-F5344CB8AC3E}">
        <p14:creationId xmlns:p14="http://schemas.microsoft.com/office/powerpoint/2010/main" val="1575971501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9F1A8491-1FF6-45DE-B4CA-553C25C0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DECISION / TWO OPTIONS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EEA56037-33EB-4259-BAB7-DCB382E9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[ADD A CLEAR, DECISION-LED TITLE]</a:t>
            </a:r>
          </a:p>
        </p:txBody>
      </p:sp>
      <p:sp>
        <p:nvSpPr>
          <p:cNvPr id="3" name="compare2-panel-0">
            <a:extLst xmlns:a="http://schemas.openxmlformats.org/drawingml/2006/main">
              <a:ext uri="{FF2B5EF4-FFF2-40B4-BE49-F238E27FC236}">
                <a16:creationId xmlns:a16="http://schemas.microsoft.com/office/drawing/2014/main" id="{FAB6DA9C-3123-466A-9A23-AE15147B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594360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9525">
            <a:solidFill>
              <a:srgbClr val="3D7180"/>
            </a:solidFill>
            <a:prstDash val="solid"/>
          </a:ln>
        </p:spPr>
      </p:sp>
      <p:sp>
        <p:nvSpPr>
          <p:cNvPr id="4" name="compare2-label-0">
            <a:extLst xmlns:a="http://schemas.openxmlformats.org/drawingml/2006/main">
              <a:ext uri="{FF2B5EF4-FFF2-40B4-BE49-F238E27FC236}">
                <a16:creationId xmlns:a16="http://schemas.microsoft.com/office/drawing/2014/main" id="{EE940434-0114-4720-B3B6-9F52E605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050" b="1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[OPTION A]</a:t>
            </a:r>
          </a:p>
        </p:txBody>
      </p:sp>
      <p:sp>
        <p:nvSpPr>
          <p:cNvPr id="5" name="compare2-title-0">
            <a:extLst xmlns:a="http://schemas.openxmlformats.org/drawingml/2006/main">
              <a:ext uri="{FF2B5EF4-FFF2-40B4-BE49-F238E27FC236}">
                <a16:creationId xmlns:a16="http://schemas.microsoft.com/office/drawing/2014/main" id="{D367110A-0E61-4617-A818-A81EE255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62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62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[OPTION TITLE]</a:t>
            </a:r>
          </a:p>
        </p:txBody>
      </p:sp>
      <p:sp>
        <p:nvSpPr>
          <p:cNvPr id="6" name="compare2-dash-0-0">
            <a:extLst xmlns:a="http://schemas.openxmlformats.org/drawingml/2006/main">
              <a:ext uri="{FF2B5EF4-FFF2-40B4-BE49-F238E27FC236}">
                <a16:creationId xmlns:a16="http://schemas.microsoft.com/office/drawing/2014/main" id="{1A5AEA9E-E2A9-416C-B635-0EE71DFD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71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mpare2-item-0-0">
            <a:extLst xmlns:a="http://schemas.openxmlformats.org/drawingml/2006/main">
              <a:ext uri="{FF2B5EF4-FFF2-40B4-BE49-F238E27FC236}">
                <a16:creationId xmlns:a16="http://schemas.microsoft.com/office/drawing/2014/main" id="{D2EE66C2-221E-4B54-8E7C-CCF9FE62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766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[Criterion or benefit]</a:t>
            </a:r>
          </a:p>
        </p:txBody>
      </p:sp>
      <p:sp>
        <p:nvSpPr>
          <p:cNvPr id="8" name="compare2-dash-0-1">
            <a:extLst xmlns:a="http://schemas.openxmlformats.org/drawingml/2006/main">
              <a:ext uri="{FF2B5EF4-FFF2-40B4-BE49-F238E27FC236}">
                <a16:creationId xmlns:a16="http://schemas.microsoft.com/office/drawing/2014/main" id="{C3BD57C0-96A3-40A6-A3C9-A23DDD8F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71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mpare2-item-0-1">
            <a:extLst xmlns:a="http://schemas.openxmlformats.org/drawingml/2006/main">
              <a:ext uri="{FF2B5EF4-FFF2-40B4-BE49-F238E27FC236}">
                <a16:creationId xmlns:a16="http://schemas.microsoft.com/office/drawing/2014/main" id="{0F2CD6DA-5FB9-47F6-81F2-FA80BEC2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053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[Criterion or benefit]</a:t>
            </a:r>
          </a:p>
        </p:txBody>
      </p:sp>
      <p:sp>
        <p:nvSpPr>
          <p:cNvPr id="10" name="compare2-dash-0-2">
            <a:extLst xmlns:a="http://schemas.openxmlformats.org/drawingml/2006/main">
              <a:ext uri="{FF2B5EF4-FFF2-40B4-BE49-F238E27FC236}">
                <a16:creationId xmlns:a16="http://schemas.microsoft.com/office/drawing/2014/main" id="{71DC785F-0DBC-497B-980F-984D3A03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71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mpare2-item-0-2">
            <a:extLst xmlns:a="http://schemas.openxmlformats.org/drawingml/2006/main">
              <a:ext uri="{FF2B5EF4-FFF2-40B4-BE49-F238E27FC236}">
                <a16:creationId xmlns:a16="http://schemas.microsoft.com/office/drawing/2014/main" id="{6B17191F-ED5B-49F8-915E-7FAB5B26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339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[Criterion or consideration]</a:t>
            </a:r>
          </a:p>
        </p:txBody>
      </p:sp>
      <p:sp>
        <p:nvSpPr>
          <p:cNvPr id="12" name="compare2-panel-1">
            <a:extLst xmlns:a="http://schemas.openxmlformats.org/drawingml/2006/main">
              <a:ext uri="{FF2B5EF4-FFF2-40B4-BE49-F238E27FC236}">
                <a16:creationId xmlns:a16="http://schemas.microsoft.com/office/drawing/2014/main" id="{6C036CF0-07E5-47DF-885B-B4D85EAB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76450"/>
            <a:ext cx="594360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7ED"/>
          </a:solidFill>
          <a:ln xmlns:a="http://schemas.openxmlformats.org/drawingml/2006/main" w="28575">
            <a:solidFill>
              <a:srgbClr val="0A6887"/>
            </a:solidFill>
            <a:prstDash val="solid"/>
          </a:ln>
        </p:spPr>
      </p:sp>
      <p:sp>
        <p:nvSpPr>
          <p:cNvPr id="13" name="compare2-label-1">
            <a:extLst xmlns:a="http://schemas.openxmlformats.org/drawingml/2006/main">
              <a:ext uri="{FF2B5EF4-FFF2-40B4-BE49-F238E27FC236}">
                <a16:creationId xmlns:a16="http://schemas.microsoft.com/office/drawing/2014/main" id="{826D7D0A-549C-4940-85B3-FB0CD319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812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[OPTION B / RECOMMENDED]</a:t>
            </a:r>
          </a:p>
        </p:txBody>
      </p:sp>
      <p:sp>
        <p:nvSpPr>
          <p:cNvPr id="14" name="compare2-title-1">
            <a:extLst xmlns:a="http://schemas.openxmlformats.org/drawingml/2006/main">
              <a:ext uri="{FF2B5EF4-FFF2-40B4-BE49-F238E27FC236}">
                <a16:creationId xmlns:a16="http://schemas.microsoft.com/office/drawing/2014/main" id="{B55C28C2-2BDF-48E1-B061-CC036596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956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62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62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[OPTION TITLE]</a:t>
            </a:r>
          </a:p>
        </p:txBody>
      </p:sp>
      <p:sp>
        <p:nvSpPr>
          <p:cNvPr id="15" name="compare2-dash-1-0">
            <a:extLst xmlns:a="http://schemas.openxmlformats.org/drawingml/2006/main">
              <a:ext uri="{FF2B5EF4-FFF2-40B4-BE49-F238E27FC236}">
                <a16:creationId xmlns:a16="http://schemas.microsoft.com/office/drawing/2014/main" id="{170B504D-24E1-4263-A7CE-2EA5B2A2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100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8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mpare2-item-1-0">
            <a:extLst xmlns:a="http://schemas.openxmlformats.org/drawingml/2006/main">
              <a:ext uri="{FF2B5EF4-FFF2-40B4-BE49-F238E27FC236}">
                <a16:creationId xmlns:a16="http://schemas.microsoft.com/office/drawing/2014/main" id="{274525A5-F80B-42CB-A5E4-2CCCA270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766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[Criterion or benefit]</a:t>
            </a:r>
          </a:p>
        </p:txBody>
      </p:sp>
      <p:sp>
        <p:nvSpPr>
          <p:cNvPr id="17" name="compare2-dash-1-1">
            <a:extLst xmlns:a="http://schemas.openxmlformats.org/drawingml/2006/main">
              <a:ext uri="{FF2B5EF4-FFF2-40B4-BE49-F238E27FC236}">
                <a16:creationId xmlns:a16="http://schemas.microsoft.com/office/drawing/2014/main" id="{97CD7647-F7F6-4CF5-871A-BB6ED59F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386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8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mpare2-item-1-1">
            <a:extLst xmlns:a="http://schemas.openxmlformats.org/drawingml/2006/main">
              <a:ext uri="{FF2B5EF4-FFF2-40B4-BE49-F238E27FC236}">
                <a16:creationId xmlns:a16="http://schemas.microsoft.com/office/drawing/2014/main" id="{40E324BF-A7B3-4BED-AFE2-038A4445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053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[Criterion or benefit]</a:t>
            </a:r>
          </a:p>
        </p:txBody>
      </p:sp>
      <p:sp>
        <p:nvSpPr>
          <p:cNvPr id="19" name="compare2-dash-1-2">
            <a:extLst xmlns:a="http://schemas.openxmlformats.org/drawingml/2006/main">
              <a:ext uri="{FF2B5EF4-FFF2-40B4-BE49-F238E27FC236}">
                <a16:creationId xmlns:a16="http://schemas.microsoft.com/office/drawing/2014/main" id="{1FFA5DFF-4C8C-4FC0-A4C4-94A90B1D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0673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8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ompare2-item-1-2">
            <a:extLst xmlns:a="http://schemas.openxmlformats.org/drawingml/2006/main">
              <a:ext uri="{FF2B5EF4-FFF2-40B4-BE49-F238E27FC236}">
                <a16:creationId xmlns:a16="http://schemas.microsoft.com/office/drawing/2014/main" id="{5E511D88-C57F-4630-8717-9B13A765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339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[Criterion or consideration]</a:t>
            </a:r>
          </a:p>
        </p:txBody>
      </p:sp>
    </p:spTree>
    <p:extLst>
      <p:ext uri="{BB962C8B-B14F-4D97-AF65-F5344CB8AC3E}">
        <p14:creationId xmlns:p14="http://schemas.microsoft.com/office/powerpoint/2010/main" val="1601246537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9BCC3FA8-800B-4175-AFC4-EBAD8500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DECISION / THREE OPTIONS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2C279FAB-D229-41C1-8816-9953F7B9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[ADD A CLEAR, DECISION-LED TITLE]</a:t>
            </a:r>
          </a:p>
        </p:txBody>
      </p:sp>
      <p:sp>
        <p:nvSpPr>
          <p:cNvPr id="3" name="compare3-rule-0">
            <a:extLst xmlns:a="http://schemas.openxmlformats.org/drawingml/2006/main">
              <a:ext uri="{FF2B5EF4-FFF2-40B4-BE49-F238E27FC236}">
                <a16:creationId xmlns:a16="http://schemas.microsoft.com/office/drawing/2014/main" id="{31C5AAC2-C3AA-43D0-9F03-9F8B65DF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71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mpare3-label-0">
            <a:extLst xmlns:a="http://schemas.openxmlformats.org/drawingml/2006/main">
              <a:ext uri="{FF2B5EF4-FFF2-40B4-BE49-F238E27FC236}">
                <a16:creationId xmlns:a16="http://schemas.microsoft.com/office/drawing/2014/main" id="{9CF0A0EB-6121-4D95-9722-A3756733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050" b="1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[OPTION A]</a:t>
            </a:r>
          </a:p>
        </p:txBody>
      </p:sp>
      <p:sp>
        <p:nvSpPr>
          <p:cNvPr id="5" name="compare3-title-0">
            <a:extLst xmlns:a="http://schemas.openxmlformats.org/drawingml/2006/main">
              <a:ext uri="{FF2B5EF4-FFF2-40B4-BE49-F238E27FC236}">
                <a16:creationId xmlns:a16="http://schemas.microsoft.com/office/drawing/2014/main" id="{4F4FDF06-1147-47A0-8F76-2FDE8066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[OPTION TITLE]</a:t>
            </a:r>
          </a:p>
        </p:txBody>
      </p:sp>
      <p:sp>
        <p:nvSpPr>
          <p:cNvPr id="6" name="compare3-body-0">
            <a:extLst xmlns:a="http://schemas.openxmlformats.org/drawingml/2006/main">
              <a:ext uri="{FF2B5EF4-FFF2-40B4-BE49-F238E27FC236}">
                <a16:creationId xmlns:a16="http://schemas.microsoft.com/office/drawing/2014/main" id="{DA9DE3F9-5F83-4662-820F-3A617962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32385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spcAft>
                <a:spcPts val="10"/>
              </a:spcAft>
              <a:buChar char="–"/>
              <a:def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t>[Key strength]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–"/>
              <a:def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t>[Key trade-off]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–"/>
              <a:def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t>[Best fit or use case]</a:t>
            </a:r>
          </a:p>
        </p:txBody>
      </p:sp>
      <p:sp>
        <p:nvSpPr>
          <p:cNvPr id="7" name="compare3-callout-0">
            <a:extLst xmlns:a="http://schemas.openxmlformats.org/drawingml/2006/main">
              <a:ext uri="{FF2B5EF4-FFF2-40B4-BE49-F238E27FC236}">
                <a16:creationId xmlns:a16="http://schemas.microsoft.com/office/drawing/2014/main" id="{B7BDAC96-AFB8-4D37-8629-529D22DE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626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97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[OPTIONAL NOTE]</a:t>
            </a:r>
          </a:p>
        </p:txBody>
      </p:sp>
      <p:sp>
        <p:nvSpPr>
          <p:cNvPr id="8" name="compare3-rule-1">
            <a:extLst xmlns:a="http://schemas.openxmlformats.org/drawingml/2006/main">
              <a:ext uri="{FF2B5EF4-FFF2-40B4-BE49-F238E27FC236}">
                <a16:creationId xmlns:a16="http://schemas.microsoft.com/office/drawing/2014/main" id="{49D0EB0A-5534-4FA2-BA74-AE71BA9D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669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8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mpare3-label-1">
            <a:extLst xmlns:a="http://schemas.openxmlformats.org/drawingml/2006/main">
              <a:ext uri="{FF2B5EF4-FFF2-40B4-BE49-F238E27FC236}">
                <a16:creationId xmlns:a16="http://schemas.microsoft.com/office/drawing/2014/main" id="{DD71CFC7-97CD-481B-9AC7-32BC35AC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90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[OPTION B]</a:t>
            </a:r>
          </a:p>
        </p:txBody>
      </p:sp>
      <p:sp>
        <p:nvSpPr>
          <p:cNvPr id="10" name="compare3-title-1">
            <a:extLst xmlns:a="http://schemas.openxmlformats.org/drawingml/2006/main">
              <a:ext uri="{FF2B5EF4-FFF2-40B4-BE49-F238E27FC236}">
                <a16:creationId xmlns:a16="http://schemas.microsoft.com/office/drawing/2014/main" id="{8BDF1307-288C-467F-87EF-B935D4E9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05150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[OPTION TITLE]</a:t>
            </a:r>
          </a:p>
        </p:txBody>
      </p:sp>
      <p:sp>
        <p:nvSpPr>
          <p:cNvPr id="11" name="compare3-body-1">
            <a:extLst xmlns:a="http://schemas.openxmlformats.org/drawingml/2006/main">
              <a:ext uri="{FF2B5EF4-FFF2-40B4-BE49-F238E27FC236}">
                <a16:creationId xmlns:a16="http://schemas.microsoft.com/office/drawing/2014/main" id="{D25625C6-B7BA-4938-A96C-F1BCA7E9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95750"/>
            <a:ext cx="32385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spcAft>
                <a:spcPts val="10"/>
              </a:spcAft>
              <a:buChar char="–"/>
              <a:def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t>[Key strength]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–"/>
              <a:def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t>[Key trade-off]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–"/>
              <a:def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t>[Best fit or use case]</a:t>
            </a:r>
          </a:p>
        </p:txBody>
      </p:sp>
      <p:sp>
        <p:nvSpPr>
          <p:cNvPr id="12" name="compare3-callout-1">
            <a:extLst xmlns:a="http://schemas.openxmlformats.org/drawingml/2006/main">
              <a:ext uri="{FF2B5EF4-FFF2-40B4-BE49-F238E27FC236}">
                <a16:creationId xmlns:a16="http://schemas.microsoft.com/office/drawing/2014/main" id="{F3FFA6A5-A1F5-416B-A29C-D1C5F5B0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9626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97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[RECOMMENDED, IF APPLICABLE]</a:t>
            </a:r>
          </a:p>
        </p:txBody>
      </p:sp>
      <p:sp>
        <p:nvSpPr>
          <p:cNvPr id="13" name="compare3-rule-2">
            <a:extLst xmlns:a="http://schemas.openxmlformats.org/drawingml/2006/main">
              <a:ext uri="{FF2B5EF4-FFF2-40B4-BE49-F238E27FC236}">
                <a16:creationId xmlns:a16="http://schemas.microsoft.com/office/drawing/2014/main" id="{B671E58A-C5D6-4CC1-A5D3-6111DC03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669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71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mpare3-label-2">
            <a:extLst xmlns:a="http://schemas.openxmlformats.org/drawingml/2006/main">
              <a:ext uri="{FF2B5EF4-FFF2-40B4-BE49-F238E27FC236}">
                <a16:creationId xmlns:a16="http://schemas.microsoft.com/office/drawing/2014/main" id="{6C7C782C-DF3F-47CC-B8A3-65A9B17B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90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050" b="1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[OPTION C]</a:t>
            </a:r>
          </a:p>
        </p:txBody>
      </p:sp>
      <p:sp>
        <p:nvSpPr>
          <p:cNvPr id="15" name="compare3-title-2">
            <a:extLst xmlns:a="http://schemas.openxmlformats.org/drawingml/2006/main">
              <a:ext uri="{FF2B5EF4-FFF2-40B4-BE49-F238E27FC236}">
                <a16:creationId xmlns:a16="http://schemas.microsoft.com/office/drawing/2014/main" id="{643E7C21-87AB-452E-827E-992864B4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05150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[OPTION TITLE]</a:t>
            </a:r>
          </a:p>
        </p:txBody>
      </p:sp>
      <p:sp>
        <p:nvSpPr>
          <p:cNvPr id="16" name="compare3-body-2">
            <a:extLst xmlns:a="http://schemas.openxmlformats.org/drawingml/2006/main">
              <a:ext uri="{FF2B5EF4-FFF2-40B4-BE49-F238E27FC236}">
                <a16:creationId xmlns:a16="http://schemas.microsoft.com/office/drawing/2014/main" id="{3E513EEA-E6FE-48EC-B1B0-82816F16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95750"/>
            <a:ext cx="32385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spcAft>
                <a:spcPts val="10"/>
              </a:spcAft>
              <a:buChar char="–"/>
              <a:def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t>[Key strength]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–"/>
              <a:def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t>[Key trade-off]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–"/>
              <a:def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t>[Best fit or use case]</a:t>
            </a:r>
          </a:p>
        </p:txBody>
      </p:sp>
      <p:sp>
        <p:nvSpPr>
          <p:cNvPr id="17" name="compare3-callout-2">
            <a:extLst xmlns:a="http://schemas.openxmlformats.org/drawingml/2006/main">
              <a:ext uri="{FF2B5EF4-FFF2-40B4-BE49-F238E27FC236}">
                <a16:creationId xmlns:a16="http://schemas.microsoft.com/office/drawing/2014/main" id="{9F1C0AF0-FB8E-4982-AD71-EAC49D9B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9626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97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[OPTIONAL NOTE]</a:t>
            </a:r>
          </a:p>
        </p:txBody>
      </p:sp>
    </p:spTree>
    <p:extLst>
      <p:ext uri="{BB962C8B-B14F-4D97-AF65-F5344CB8AC3E}">
        <p14:creationId xmlns:p14="http://schemas.microsoft.com/office/powerpoint/2010/main" val="831040101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C52B920A-A1CD-4D36-BF1D-1AC312EB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CHANGE / BEFORE AND AFTER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E21EB675-E11B-467D-8ABC-7C985522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[ADD A CLEAR, DECISION-LED TITLE]</a:t>
            </a:r>
          </a:p>
        </p:txBody>
      </p:sp>
      <p:sp>
        <p:nvSpPr>
          <p:cNvPr id="3" name="before-panel">
            <a:extLst xmlns:a="http://schemas.openxmlformats.org/drawingml/2006/main">
              <a:ext uri="{FF2B5EF4-FFF2-40B4-BE49-F238E27FC236}">
                <a16:creationId xmlns:a16="http://schemas.microsoft.com/office/drawing/2014/main" id="{0FF4B689-F4F7-4846-886F-C986FFFA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542925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fter-panel">
            <a:extLst xmlns:a="http://schemas.openxmlformats.org/drawingml/2006/main">
              <a:ext uri="{FF2B5EF4-FFF2-40B4-BE49-F238E27FC236}">
                <a16:creationId xmlns:a16="http://schemas.microsoft.com/office/drawing/2014/main" id="{EC07EB95-81A2-45C2-ABF6-5F90203B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33600"/>
            <a:ext cx="61722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7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efore-label">
            <a:extLst xmlns:a="http://schemas.openxmlformats.org/drawingml/2006/main">
              <a:ext uri="{FF2B5EF4-FFF2-40B4-BE49-F238E27FC236}">
                <a16:creationId xmlns:a16="http://schemas.microsoft.com/office/drawing/2014/main" id="{74988AC7-E9CA-40ED-8BD7-62740E88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050" b="1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BEFORE / CURRENT STATE</a:t>
            </a:r>
          </a:p>
        </p:txBody>
      </p:sp>
      <p:sp>
        <p:nvSpPr>
          <p:cNvPr id="6" name="after-label">
            <a:extLst xmlns:a="http://schemas.openxmlformats.org/drawingml/2006/main">
              <a:ext uri="{FF2B5EF4-FFF2-40B4-BE49-F238E27FC236}">
                <a16:creationId xmlns:a16="http://schemas.microsoft.com/office/drawing/2014/main" id="{54F9709F-BD1D-4303-9FDD-35AA22C6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AFTER / FUTURE STATE</a:t>
            </a:r>
          </a:p>
        </p:txBody>
      </p:sp>
      <p:sp>
        <p:nvSpPr>
          <p:cNvPr id="7" name="before-title">
            <a:extLst xmlns:a="http://schemas.openxmlformats.org/drawingml/2006/main">
              <a:ext uri="{FF2B5EF4-FFF2-40B4-BE49-F238E27FC236}">
                <a16:creationId xmlns:a16="http://schemas.microsoft.com/office/drawing/2014/main" id="{814D0DFC-E49A-4E9D-9306-BF4B780B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2895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47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[CURRENT-STATE TITLE]</a:t>
            </a:r>
          </a:p>
        </p:txBody>
      </p:sp>
      <p:sp>
        <p:nvSpPr>
          <p:cNvPr id="8" name="after-title">
            <a:extLst xmlns:a="http://schemas.openxmlformats.org/drawingml/2006/main">
              <a:ext uri="{FF2B5EF4-FFF2-40B4-BE49-F238E27FC236}">
                <a16:creationId xmlns:a16="http://schemas.microsoft.com/office/drawing/2014/main" id="{4293E49B-8EF5-4946-8317-AFC75F88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28950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47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[FUTURE-STATE TITLE]</a:t>
            </a:r>
          </a:p>
        </p:txBody>
      </p:sp>
      <p:sp>
        <p:nvSpPr>
          <p:cNvPr id="9" name="before-body">
            <a:extLst xmlns:a="http://schemas.openxmlformats.org/drawingml/2006/main">
              <a:ext uri="{FF2B5EF4-FFF2-40B4-BE49-F238E27FC236}">
                <a16:creationId xmlns:a16="http://schemas.microsoft.com/office/drawing/2014/main" id="{96AB417D-3CDF-4B04-A8A5-F7C72473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438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spcAft>
                <a:spcPts val="10"/>
              </a:spcAft>
              <a:buChar char="–"/>
              <a:defRPr sz="1500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t>[Current constraint]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–"/>
              <a:defRPr sz="1500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t>[Current constraint]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–"/>
              <a:defRPr sz="1500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t>[Current consequence]</a:t>
            </a:r>
          </a:p>
        </p:txBody>
      </p:sp>
      <p:sp>
        <p:nvSpPr>
          <p:cNvPr id="10" name="after-body">
            <a:extLst xmlns:a="http://schemas.openxmlformats.org/drawingml/2006/main">
              <a:ext uri="{FF2B5EF4-FFF2-40B4-BE49-F238E27FC236}">
                <a16:creationId xmlns:a16="http://schemas.microsoft.com/office/drawing/2014/main" id="{16915FEA-D537-4113-9BEB-9CD89111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95750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spcAft>
                <a:spcPts val="10"/>
              </a:spcAft>
              <a:buChar char="–"/>
              <a:defRPr sz="1500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t>[Future capability]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–"/>
              <a:defRPr sz="1500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t>[Future capability]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–"/>
              <a:defRPr sz="1500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t>[Expected outcome]</a:t>
            </a:r>
          </a:p>
        </p:txBody>
      </p:sp>
    </p:spTree>
    <p:extLst>
      <p:ext uri="{BB962C8B-B14F-4D97-AF65-F5344CB8AC3E}">
        <p14:creationId xmlns:p14="http://schemas.microsoft.com/office/powerpoint/2010/main" val="1697408022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F1E8EAA6-5214-42D8-8B58-D820EEF6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DECISION / TRADE-OFFS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2E51B384-EA3F-4E89-B4A4-0306EB55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[ADD A CLEAR, DECISION-LED TITLE]</a:t>
            </a:r>
          </a:p>
        </p:txBody>
      </p:sp>
      <p:sp>
        <p:nvSpPr>
          <p:cNvPr id="3" name="benefits-rule">
            <a:extLst xmlns:a="http://schemas.openxmlformats.org/drawingml/2006/main">
              <a:ext uri="{FF2B5EF4-FFF2-40B4-BE49-F238E27FC236}">
                <a16:creationId xmlns:a16="http://schemas.microsoft.com/office/drawing/2014/main" id="{1927EDFE-B179-46FC-915F-E2077D73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514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8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nsiderations-rule">
            <a:extLst xmlns:a="http://schemas.openxmlformats.org/drawingml/2006/main">
              <a:ext uri="{FF2B5EF4-FFF2-40B4-BE49-F238E27FC236}">
                <a16:creationId xmlns:a16="http://schemas.microsoft.com/office/drawing/2014/main" id="{477EF561-C177-497B-B026-1AA956CA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47900"/>
            <a:ext cx="514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71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enefits-title">
            <a:extLst xmlns:a="http://schemas.openxmlformats.org/drawingml/2006/main">
              <a:ext uri="{FF2B5EF4-FFF2-40B4-BE49-F238E27FC236}">
                <a16:creationId xmlns:a16="http://schemas.microsoft.com/office/drawing/2014/main" id="{F6DF3E2B-C34C-44C3-8D72-FB54BC0D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32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[BENEFITS / UPSIDE]</a:t>
            </a:r>
          </a:p>
        </p:txBody>
      </p:sp>
      <p:sp>
        <p:nvSpPr>
          <p:cNvPr id="6" name="considerations-title">
            <a:extLst xmlns:a="http://schemas.openxmlformats.org/drawingml/2006/main">
              <a:ext uri="{FF2B5EF4-FFF2-40B4-BE49-F238E27FC236}">
                <a16:creationId xmlns:a16="http://schemas.microsoft.com/office/drawing/2014/main" id="{01F97FF1-D5FF-4385-B1E6-2F74E1AD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32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[CONSIDERATIONS / RISKS]</a:t>
            </a:r>
          </a:p>
        </p:txBody>
      </p:sp>
      <p:sp>
        <p:nvSpPr>
          <p:cNvPr id="7" name="benefits-body">
            <a:extLst xmlns:a="http://schemas.openxmlformats.org/drawingml/2006/main">
              <a:ext uri="{FF2B5EF4-FFF2-40B4-BE49-F238E27FC236}">
                <a16:creationId xmlns:a16="http://schemas.microsoft.com/office/drawing/2014/main" id="{69B3BC32-E6F6-469D-A58D-951DBFD8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51435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first point and its implication.]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second point and its implication.]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third point and its implication.]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fourth point if needed.]</a:t>
            </a:r>
          </a:p>
        </p:txBody>
      </p:sp>
      <p:sp>
        <p:nvSpPr>
          <p:cNvPr id="8" name="considerations-body">
            <a:extLst xmlns:a="http://schemas.openxmlformats.org/drawingml/2006/main">
              <a:ext uri="{FF2B5EF4-FFF2-40B4-BE49-F238E27FC236}">
                <a16:creationId xmlns:a16="http://schemas.microsoft.com/office/drawing/2014/main" id="{64A8B52A-CA89-48F1-BC6D-605B70DD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51435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first point and its implication.]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second point and its implication.]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third point and its implication.]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fourth point if needed.]</a:t>
            </a:r>
          </a:p>
        </p:txBody>
      </p:sp>
    </p:spTree>
    <p:extLst>
      <p:ext uri="{BB962C8B-B14F-4D97-AF65-F5344CB8AC3E}">
        <p14:creationId xmlns:p14="http://schemas.microsoft.com/office/powerpoint/2010/main" val="399490694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61F0BE00-27B6-4081-8373-7B7CB7C3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DATA / SUMMARY TABLE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1102398D-F812-474D-85C9-68BB7FD7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[ADD A CLEAR, DECISION-LED TITLE]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42950" y="2114550"/>
          <a:ext xmlns:a="http://schemas.openxmlformats.org/drawingml/2006/main" cx="12230100" cy="37909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57525"/>
                <a:gridCol w="2351942"/>
                <a:gridCol w="2351942"/>
                <a:gridCol w="4468690"/>
              </a:tblGrid>
              <a:tr h="758190"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[Column 1]</a:t>
                      </a:r>
                    </a:p>
                  </a:txBody>
                  <a:tcPr marL="91440" marR="91440" marT="45720" marB="45720">
                    <a:solidFill>
                      <a:srgbClr val="074154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[Column 2]</a:t>
                      </a:r>
                    </a:p>
                  </a:txBody>
                  <a:tcPr marL="91440" marR="91440" marT="45720" marB="45720">
                    <a:solidFill>
                      <a:srgbClr val="074154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[Column 3]</a:t>
                      </a:r>
                    </a:p>
                  </a:txBody>
                  <a:tcPr marL="91440" marR="91440" marT="45720" marB="45720">
                    <a:solidFill>
                      <a:srgbClr val="074154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[Column 4]</a:t>
                      </a:r>
                    </a:p>
                  </a:txBody>
                  <a:tcPr marL="91440" marR="91440" marT="45720" marB="45720">
                    <a:solidFill>
                      <a:srgbClr val="074154"/>
                    </a:solidFill>
                  </a:tcPr>
                </a:tc>
              </a:tr>
              <a:tr h="758190"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1">
                          <a:solidFill>
                            <a:srgbClr val="074154"/>
                          </a:solidFill>
                          <a:latin typeface="DM Sans"/>
                          <a:ea typeface="DM Sans"/>
                          <a:cs typeface="DM Sans"/>
                        </a:rPr>
                        <a:t>[Row label]</a:t>
                      </a:r>
                    </a:p>
                  </a:txBody>
                  <a:tcPr marL="91440" marR="91440" marT="45720" marB="45720">
                    <a:solidFill>
                      <a:srgbClr val="FBF9F4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[Value]</a:t>
                      </a:r>
                    </a:p>
                  </a:txBody>
                  <a:tcPr marL="91440" marR="91440" marT="45720" marB="45720">
                    <a:solidFill>
                      <a:srgbClr val="FBF9F4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[Value]</a:t>
                      </a:r>
                    </a:p>
                  </a:txBody>
                  <a:tcPr marL="91440" marR="91440" marT="45720" marB="45720">
                    <a:solidFill>
                      <a:srgbClr val="FBF9F4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[Value or note]</a:t>
                      </a:r>
                    </a:p>
                  </a:txBody>
                  <a:tcPr marL="91440" marR="91440" marT="45720" marB="45720">
                    <a:solidFill>
                      <a:srgbClr val="FBF9F4"/>
                    </a:solidFill>
                  </a:tcPr>
                </a:tc>
              </a:tr>
              <a:tr h="758190"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1">
                          <a:solidFill>
                            <a:srgbClr val="074154"/>
                          </a:solidFill>
                          <a:latin typeface="DM Sans"/>
                          <a:ea typeface="DM Sans"/>
                          <a:cs typeface="DM Sans"/>
                        </a:rPr>
                        <a:t>[Row label]</a:t>
                      </a:r>
                    </a:p>
                  </a:txBody>
                  <a:tcPr marL="91440" marR="91440" marT="45720" marB="45720">
                    <a:solidFill>
                      <a:srgbClr val="F0F5F5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[Value]</a:t>
                      </a:r>
                    </a:p>
                  </a:txBody>
                  <a:tcPr marL="91440" marR="91440" marT="45720" marB="45720">
                    <a:solidFill>
                      <a:srgbClr val="F0F5F5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[Value]</a:t>
                      </a:r>
                    </a:p>
                  </a:txBody>
                  <a:tcPr marL="91440" marR="91440" marT="45720" marB="45720">
                    <a:solidFill>
                      <a:srgbClr val="F0F5F5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[Value or note]</a:t>
                      </a:r>
                    </a:p>
                  </a:txBody>
                  <a:tcPr marL="91440" marR="91440" marT="45720" marB="45720">
                    <a:solidFill>
                      <a:srgbClr val="F0F5F5"/>
                    </a:solidFill>
                  </a:tcPr>
                </a:tc>
              </a:tr>
              <a:tr h="758190"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1">
                          <a:solidFill>
                            <a:srgbClr val="074154"/>
                          </a:solidFill>
                          <a:latin typeface="DM Sans"/>
                          <a:ea typeface="DM Sans"/>
                          <a:cs typeface="DM Sans"/>
                        </a:rPr>
                        <a:t>[Row label]</a:t>
                      </a:r>
                    </a:p>
                  </a:txBody>
                  <a:tcPr marL="91440" marR="91440" marT="45720" marB="45720">
                    <a:solidFill>
                      <a:srgbClr val="FBF9F4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[Value]</a:t>
                      </a:r>
                    </a:p>
                  </a:txBody>
                  <a:tcPr marL="91440" marR="91440" marT="45720" marB="45720">
                    <a:solidFill>
                      <a:srgbClr val="FBF9F4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[Value]</a:t>
                      </a:r>
                    </a:p>
                  </a:txBody>
                  <a:tcPr marL="91440" marR="91440" marT="45720" marB="45720">
                    <a:solidFill>
                      <a:srgbClr val="FBF9F4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[Value or note]</a:t>
                      </a:r>
                    </a:p>
                  </a:txBody>
                  <a:tcPr marL="91440" marR="91440" marT="45720" marB="45720">
                    <a:solidFill>
                      <a:srgbClr val="FBF9F4"/>
                    </a:solidFill>
                  </a:tcPr>
                </a:tc>
              </a:tr>
              <a:tr h="758190"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1">
                          <a:solidFill>
                            <a:srgbClr val="074154"/>
                          </a:solidFill>
                          <a:latin typeface="DM Sans"/>
                          <a:ea typeface="DM Sans"/>
                          <a:cs typeface="DM Sans"/>
                        </a:rPr>
                        <a:t>[Row label]</a:t>
                      </a:r>
                    </a:p>
                  </a:txBody>
                  <a:tcPr marL="91440" marR="91440" marT="45720" marB="45720">
                    <a:solidFill>
                      <a:srgbClr val="F0F5F5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[Value]</a:t>
                      </a:r>
                    </a:p>
                  </a:txBody>
                  <a:tcPr marL="91440" marR="91440" marT="45720" marB="45720">
                    <a:solidFill>
                      <a:srgbClr val="F0F5F5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[Value]</a:t>
                      </a:r>
                    </a:p>
                  </a:txBody>
                  <a:tcPr marL="91440" marR="91440" marT="45720" marB="45720">
                    <a:solidFill>
                      <a:srgbClr val="F0F5F5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[Value or note]</a:t>
                      </a:r>
                    </a:p>
                  </a:txBody>
                  <a:tcPr marL="91440" marR="91440" marT="45720" marB="45720">
                    <a:solidFill>
                      <a:srgbClr val="F0F5F5"/>
                    </a:solidFill>
                  </a:tcPr>
                </a:tc>
              </a:tr>
            </a:tbl>
          </a:graphicData>
        </a:graphic>
      </p:graphicFrame>
      <p:sp>
        <p:nvSpPr>
          <p:cNvPr id="4" name="table-data-note">
            <a:extLst xmlns:a="http://schemas.openxmlformats.org/drawingml/2006/main">
              <a:ext uri="{FF2B5EF4-FFF2-40B4-BE49-F238E27FC236}">
                <a16:creationId xmlns:a16="http://schemas.microsoft.com/office/drawing/2014/main" id="{57129F05-0059-4C6B-B04C-0B927E35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293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EDITABLE TABLE · Keep to five or fewer rows on a standard slide.</a:t>
            </a:r>
          </a:p>
        </p:txBody>
      </p:sp>
    </p:spTree>
    <p:extLst>
      <p:ext uri="{BB962C8B-B14F-4D97-AF65-F5344CB8AC3E}">
        <p14:creationId xmlns:p14="http://schemas.microsoft.com/office/powerpoint/2010/main" val="1011858332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30E186C6-089C-405C-BD58-5AA203EF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PLAN / WORKSTREAMS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282B793A-146D-40FB-9574-6AD9877E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[ADD A CLEAR, DECISION-LED TITLE]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42950" y="2114550"/>
          <a:ext xmlns:a="http://schemas.openxmlformats.org/drawingml/2006/main" cx="12230100" cy="37909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05774"/>
                <a:gridCol w="2164619"/>
                <a:gridCol w="1731696"/>
                <a:gridCol w="1731696"/>
                <a:gridCol w="3896315"/>
              </a:tblGrid>
              <a:tr h="758190"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[Workstream]</a:t>
                      </a:r>
                    </a:p>
                  </a:txBody>
                  <a:tcPr marL="91440" marR="91440" marT="45720" marB="45720">
                    <a:solidFill>
                      <a:srgbClr val="074154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[Owner]</a:t>
                      </a:r>
                    </a:p>
                  </a:txBody>
                  <a:tcPr marL="91440" marR="91440" marT="45720" marB="45720">
                    <a:solidFill>
                      <a:srgbClr val="074154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[Timing]</a:t>
                      </a:r>
                    </a:p>
                  </a:txBody>
                  <a:tcPr marL="91440" marR="91440" marT="45720" marB="45720">
                    <a:solidFill>
                      <a:srgbClr val="074154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[Status]</a:t>
                      </a:r>
                    </a:p>
                  </a:txBody>
                  <a:tcPr marL="91440" marR="91440" marT="45720" marB="45720">
                    <a:solidFill>
                      <a:srgbClr val="074154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[Outcome]</a:t>
                      </a:r>
                    </a:p>
                  </a:txBody>
                  <a:tcPr marL="91440" marR="91440" marT="45720" marB="45720">
                    <a:solidFill>
                      <a:srgbClr val="074154"/>
                    </a:solidFill>
                  </a:tcPr>
                </a:tc>
              </a:tr>
              <a:tr h="758190"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1">
                          <a:solidFill>
                            <a:srgbClr val="074154"/>
                          </a:solidFill>
                          <a:latin typeface="DM Sans"/>
                          <a:ea typeface="DM Sans"/>
                          <a:cs typeface="DM Sans"/>
                        </a:rPr>
                        <a:t>[Workstream]</a:t>
                      </a:r>
                    </a:p>
                  </a:txBody>
                  <a:tcPr marL="91440" marR="91440" marT="45720" marB="45720">
                    <a:solidFill>
                      <a:srgbClr val="FBF9F4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[Name / team]</a:t>
                      </a:r>
                    </a:p>
                  </a:txBody>
                  <a:tcPr marL="91440" marR="91440" marT="45720" marB="45720">
                    <a:solidFill>
                      <a:srgbClr val="FBF9F4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[Date]</a:t>
                      </a:r>
                    </a:p>
                  </a:txBody>
                  <a:tcPr marL="91440" marR="91440" marT="45720" marB="45720">
                    <a:solidFill>
                      <a:srgbClr val="FBF9F4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[Status]</a:t>
                      </a:r>
                    </a:p>
                  </a:txBody>
                  <a:tcPr marL="91440" marR="91440" marT="45720" marB="45720">
                    <a:solidFill>
                      <a:srgbClr val="FBF9F4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[Expected outcome]</a:t>
                      </a:r>
                    </a:p>
                  </a:txBody>
                  <a:tcPr marL="91440" marR="91440" marT="45720" marB="45720">
                    <a:solidFill>
                      <a:srgbClr val="FBF9F4"/>
                    </a:solidFill>
                  </a:tcPr>
                </a:tc>
              </a:tr>
              <a:tr h="758190"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1">
                          <a:solidFill>
                            <a:srgbClr val="074154"/>
                          </a:solidFill>
                          <a:latin typeface="DM Sans"/>
                          <a:ea typeface="DM Sans"/>
                          <a:cs typeface="DM Sans"/>
                        </a:rPr>
                        <a:t>[Workstream]</a:t>
                      </a:r>
                    </a:p>
                  </a:txBody>
                  <a:tcPr marL="91440" marR="91440" marT="45720" marB="45720">
                    <a:solidFill>
                      <a:srgbClr val="F0F5F5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[Name / team]</a:t>
                      </a:r>
                    </a:p>
                  </a:txBody>
                  <a:tcPr marL="91440" marR="91440" marT="45720" marB="45720">
                    <a:solidFill>
                      <a:srgbClr val="F0F5F5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[Date]</a:t>
                      </a:r>
                    </a:p>
                  </a:txBody>
                  <a:tcPr marL="91440" marR="91440" marT="45720" marB="45720">
                    <a:solidFill>
                      <a:srgbClr val="F0F5F5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[Status]</a:t>
                      </a:r>
                    </a:p>
                  </a:txBody>
                  <a:tcPr marL="91440" marR="91440" marT="45720" marB="45720">
                    <a:solidFill>
                      <a:srgbClr val="F0F5F5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[Expected outcome]</a:t>
                      </a:r>
                    </a:p>
                  </a:txBody>
                  <a:tcPr marL="91440" marR="91440" marT="45720" marB="45720">
                    <a:solidFill>
                      <a:srgbClr val="F0F5F5"/>
                    </a:solidFill>
                  </a:tcPr>
                </a:tc>
              </a:tr>
              <a:tr h="758190"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1">
                          <a:solidFill>
                            <a:srgbClr val="074154"/>
                          </a:solidFill>
                          <a:latin typeface="DM Sans"/>
                          <a:ea typeface="DM Sans"/>
                          <a:cs typeface="DM Sans"/>
                        </a:rPr>
                        <a:t>[Workstream]</a:t>
                      </a:r>
                    </a:p>
                  </a:txBody>
                  <a:tcPr marL="91440" marR="91440" marT="45720" marB="45720">
                    <a:solidFill>
                      <a:srgbClr val="FBF9F4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[Name / team]</a:t>
                      </a:r>
                    </a:p>
                  </a:txBody>
                  <a:tcPr marL="91440" marR="91440" marT="45720" marB="45720">
                    <a:solidFill>
                      <a:srgbClr val="FBF9F4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[Date]</a:t>
                      </a:r>
                    </a:p>
                  </a:txBody>
                  <a:tcPr marL="91440" marR="91440" marT="45720" marB="45720">
                    <a:solidFill>
                      <a:srgbClr val="FBF9F4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[Status]</a:t>
                      </a:r>
                    </a:p>
                  </a:txBody>
                  <a:tcPr marL="91440" marR="91440" marT="45720" marB="45720">
                    <a:solidFill>
                      <a:srgbClr val="FBF9F4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[Expected outcome]</a:t>
                      </a:r>
                    </a:p>
                  </a:txBody>
                  <a:tcPr marL="91440" marR="91440" marT="45720" marB="45720">
                    <a:solidFill>
                      <a:srgbClr val="FBF9F4"/>
                    </a:solidFill>
                  </a:tcPr>
                </a:tc>
              </a:tr>
              <a:tr h="758190"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1">
                          <a:solidFill>
                            <a:srgbClr val="074154"/>
                          </a:solidFill>
                          <a:latin typeface="DM Sans"/>
                          <a:ea typeface="DM Sans"/>
                          <a:cs typeface="DM Sans"/>
                        </a:rPr>
                        <a:t>[Workstream]</a:t>
                      </a:r>
                    </a:p>
                  </a:txBody>
                  <a:tcPr marL="91440" marR="91440" marT="45720" marB="45720">
                    <a:solidFill>
                      <a:srgbClr val="F0F5F5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[Name / team]</a:t>
                      </a:r>
                    </a:p>
                  </a:txBody>
                  <a:tcPr marL="91440" marR="91440" marT="45720" marB="45720">
                    <a:solidFill>
                      <a:srgbClr val="F0F5F5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[Date]</a:t>
                      </a:r>
                    </a:p>
                  </a:txBody>
                  <a:tcPr marL="91440" marR="91440" marT="45720" marB="45720">
                    <a:solidFill>
                      <a:srgbClr val="F0F5F5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[Status]</a:t>
                      </a:r>
                    </a:p>
                  </a:txBody>
                  <a:tcPr marL="91440" marR="91440" marT="45720" marB="45720">
                    <a:solidFill>
                      <a:srgbClr val="F0F5F5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[Expected outcome]</a:t>
                      </a:r>
                    </a:p>
                  </a:txBody>
                  <a:tcPr marL="91440" marR="91440" marT="45720" marB="45720">
                    <a:solidFill>
                      <a:srgbClr val="F0F5F5"/>
                    </a:solidFill>
                  </a:tcPr>
                </a:tc>
              </a:tr>
            </a:tbl>
          </a:graphicData>
        </a:graphic>
      </p:graphicFrame>
      <p:sp>
        <p:nvSpPr>
          <p:cNvPr id="4" name="workplan-note">
            <a:extLst xmlns:a="http://schemas.openxmlformats.org/drawingml/2006/main">
              <a:ext uri="{FF2B5EF4-FFF2-40B4-BE49-F238E27FC236}">
                <a16:creationId xmlns:a16="http://schemas.microsoft.com/office/drawing/2014/main" id="{8B345BB6-0DE8-4AA9-865C-5CCAF738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293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EDITABLE TABLE · Make ownership and timing explicit.</a:t>
            </a:r>
          </a:p>
        </p:txBody>
      </p:sp>
    </p:spTree>
    <p:extLst>
      <p:ext uri="{BB962C8B-B14F-4D97-AF65-F5344CB8AC3E}">
        <p14:creationId xmlns:p14="http://schemas.microsoft.com/office/powerpoint/2010/main" val="143159365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A1350A39-6617-4EC2-B6E0-85781921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RISK / PRIORITISATION MATRIX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4FBB9559-8CA5-4946-BDDE-95A857C7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[ADD A CLEAR, DECISION-LED TITLE]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42950" y="2114550"/>
          <a:ext xmlns:a="http://schemas.openxmlformats.org/drawingml/2006/main" cx="12230100" cy="37909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28746"/>
                <a:gridCol w="1761134"/>
                <a:gridCol w="1761134"/>
                <a:gridCol w="1565453"/>
                <a:gridCol w="3913632"/>
              </a:tblGrid>
              <a:tr h="758190"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[Risk]</a:t>
                      </a:r>
                    </a:p>
                  </a:txBody>
                  <a:tcPr marL="91440" marR="91440" marT="45720" marB="45720">
                    <a:solidFill>
                      <a:srgbClr val="074154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[Likelihood]</a:t>
                      </a:r>
                    </a:p>
                  </a:txBody>
                  <a:tcPr marL="91440" marR="91440" marT="45720" marB="45720">
                    <a:solidFill>
                      <a:srgbClr val="074154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[Impact]</a:t>
                      </a:r>
                    </a:p>
                  </a:txBody>
                  <a:tcPr marL="91440" marR="91440" marT="45720" marB="45720">
                    <a:solidFill>
                      <a:srgbClr val="074154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[Priority]</a:t>
                      </a:r>
                    </a:p>
                  </a:txBody>
                  <a:tcPr marL="91440" marR="91440" marT="45720" marB="45720">
                    <a:solidFill>
                      <a:srgbClr val="074154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[Mitigation / owner]</a:t>
                      </a:r>
                    </a:p>
                  </a:txBody>
                  <a:tcPr marL="91440" marR="91440" marT="45720" marB="45720">
                    <a:solidFill>
                      <a:srgbClr val="074154"/>
                    </a:solidFill>
                  </a:tcPr>
                </a:tc>
              </a:tr>
              <a:tr h="758190"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1">
                          <a:solidFill>
                            <a:srgbClr val="074154"/>
                          </a:solidFill>
                          <a:latin typeface="DM Sans"/>
                          <a:ea typeface="DM Sans"/>
                          <a:cs typeface="DM Sans"/>
                        </a:rPr>
                        <a:t>[Risk description]</a:t>
                      </a:r>
                    </a:p>
                  </a:txBody>
                  <a:tcPr marL="91440" marR="91440" marT="45720" marB="45720">
                    <a:solidFill>
                      <a:srgbClr val="FBF9F4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[Low / Med / High]</a:t>
                      </a:r>
                    </a:p>
                  </a:txBody>
                  <a:tcPr marL="91440" marR="91440" marT="45720" marB="45720">
                    <a:solidFill>
                      <a:srgbClr val="FBF9F4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[Low / Med / High]</a:t>
                      </a:r>
                    </a:p>
                  </a:txBody>
                  <a:tcPr marL="91440" marR="91440" marT="45720" marB="45720">
                    <a:solidFill>
                      <a:srgbClr val="FBF9F4"/>
                    </a:solidFill>
                  </a:tcPr>
                </a:tc>
                <a:tc>
                  <a:txBody>
                    <a:bodyPr lIns="76200" tIns="76200" rIns="76200" bIns="7620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074154"/>
                          </a:solidFill>
                          <a:latin typeface="DM Sans"/>
                          <a:ea typeface="DM Sans"/>
                          <a:cs typeface="DM Sans"/>
                        </a:rPr>
                        <a:t>[Priority]</a:t>
                      </a:r>
                    </a:p>
                  </a:txBody>
                  <a:tcPr marL="91440" marR="91440" marT="45720" marB="45720">
                    <a:solidFill>
                      <a:srgbClr val="D0E7ED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[Action and owner]</a:t>
                      </a:r>
                    </a:p>
                  </a:txBody>
                  <a:tcPr marL="91440" marR="91440" marT="45720" marB="45720">
                    <a:solidFill>
                      <a:srgbClr val="FBF9F4"/>
                    </a:solidFill>
                  </a:tcPr>
                </a:tc>
              </a:tr>
              <a:tr h="758190"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1">
                          <a:solidFill>
                            <a:srgbClr val="074154"/>
                          </a:solidFill>
                          <a:latin typeface="DM Sans"/>
                          <a:ea typeface="DM Sans"/>
                          <a:cs typeface="DM Sans"/>
                        </a:rPr>
                        <a:t>[Risk description]</a:t>
                      </a:r>
                    </a:p>
                  </a:txBody>
                  <a:tcPr marL="91440" marR="91440" marT="45720" marB="45720">
                    <a:solidFill>
                      <a:srgbClr val="F0F5F5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[Low / Med / High]</a:t>
                      </a:r>
                    </a:p>
                  </a:txBody>
                  <a:tcPr marL="91440" marR="91440" marT="45720" marB="45720">
                    <a:solidFill>
                      <a:srgbClr val="F0F5F5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[Low / Med / High]</a:t>
                      </a:r>
                    </a:p>
                  </a:txBody>
                  <a:tcPr marL="91440" marR="91440" marT="45720" marB="45720">
                    <a:solidFill>
                      <a:srgbClr val="F0F5F5"/>
                    </a:solidFill>
                  </a:tcPr>
                </a:tc>
                <a:tc>
                  <a:txBody>
                    <a:bodyPr lIns="76200" tIns="76200" rIns="76200" bIns="7620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074154"/>
                          </a:solidFill>
                          <a:latin typeface="DM Sans"/>
                          <a:ea typeface="DM Sans"/>
                          <a:cs typeface="DM Sans"/>
                        </a:rPr>
                        <a:t>[Priority]</a:t>
                      </a:r>
                    </a:p>
                  </a:txBody>
                  <a:tcPr marL="91440" marR="91440" marT="45720" marB="45720">
                    <a:solidFill>
                      <a:srgbClr val="EFE8D8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[Action and owner]</a:t>
                      </a:r>
                    </a:p>
                  </a:txBody>
                  <a:tcPr marL="91440" marR="91440" marT="45720" marB="45720">
                    <a:solidFill>
                      <a:srgbClr val="F0F5F5"/>
                    </a:solidFill>
                  </a:tcPr>
                </a:tc>
              </a:tr>
              <a:tr h="758190"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1">
                          <a:solidFill>
                            <a:srgbClr val="074154"/>
                          </a:solidFill>
                          <a:latin typeface="DM Sans"/>
                          <a:ea typeface="DM Sans"/>
                          <a:cs typeface="DM Sans"/>
                        </a:rPr>
                        <a:t>[Risk description]</a:t>
                      </a:r>
                    </a:p>
                  </a:txBody>
                  <a:tcPr marL="91440" marR="91440" marT="45720" marB="45720">
                    <a:solidFill>
                      <a:srgbClr val="FBF9F4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[Low / Med / High]</a:t>
                      </a:r>
                    </a:p>
                  </a:txBody>
                  <a:tcPr marL="91440" marR="91440" marT="45720" marB="45720">
                    <a:solidFill>
                      <a:srgbClr val="FBF9F4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[Low / Med / High]</a:t>
                      </a:r>
                    </a:p>
                  </a:txBody>
                  <a:tcPr marL="91440" marR="91440" marT="45720" marB="45720">
                    <a:solidFill>
                      <a:srgbClr val="FBF9F4"/>
                    </a:solidFill>
                  </a:tcPr>
                </a:tc>
                <a:tc>
                  <a:txBody>
                    <a:bodyPr lIns="76200" tIns="76200" rIns="76200" bIns="7620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074154"/>
                          </a:solidFill>
                          <a:latin typeface="DM Sans"/>
                          <a:ea typeface="DM Sans"/>
                          <a:cs typeface="DM Sans"/>
                        </a:rPr>
                        <a:t>[Priority]</a:t>
                      </a:r>
                    </a:p>
                  </a:txBody>
                  <a:tcPr marL="91440" marR="91440" marT="45720" marB="45720">
                    <a:solidFill>
                      <a:srgbClr val="F3D6AF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[Action and owner]</a:t>
                      </a:r>
                    </a:p>
                  </a:txBody>
                  <a:tcPr marL="91440" marR="91440" marT="45720" marB="45720">
                    <a:solidFill>
                      <a:srgbClr val="FBF9F4"/>
                    </a:solidFill>
                  </a:tcPr>
                </a:tc>
              </a:tr>
              <a:tr h="758190"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1">
                          <a:solidFill>
                            <a:srgbClr val="074154"/>
                          </a:solidFill>
                          <a:latin typeface="DM Sans"/>
                          <a:ea typeface="DM Sans"/>
                          <a:cs typeface="DM Sans"/>
                        </a:rPr>
                        <a:t>[Risk description]</a:t>
                      </a:r>
                    </a:p>
                  </a:txBody>
                  <a:tcPr marL="91440" marR="91440" marT="45720" marB="45720">
                    <a:solidFill>
                      <a:srgbClr val="F0F5F5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[Low / Med / High]</a:t>
                      </a:r>
                    </a:p>
                  </a:txBody>
                  <a:tcPr marL="91440" marR="91440" marT="45720" marB="45720">
                    <a:solidFill>
                      <a:srgbClr val="F0F5F5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[Low / Med / High]</a:t>
                      </a:r>
                    </a:p>
                  </a:txBody>
                  <a:tcPr marL="91440" marR="91440" marT="45720" marB="45720">
                    <a:solidFill>
                      <a:srgbClr val="F0F5F5"/>
                    </a:solidFill>
                  </a:tcPr>
                </a:tc>
                <a:tc>
                  <a:txBody>
                    <a:bodyPr lIns="76200" tIns="76200" rIns="76200" bIns="7620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074154"/>
                          </a:solidFill>
                          <a:latin typeface="DM Sans"/>
                          <a:ea typeface="DM Sans"/>
                          <a:cs typeface="DM Sans"/>
                        </a:rPr>
                        <a:t>[Priority]</a:t>
                      </a:r>
                    </a:p>
                  </a:txBody>
                  <a:tcPr marL="91440" marR="91440" marT="45720" marB="45720">
                    <a:solidFill>
                      <a:srgbClr val="E8B59B"/>
                    </a:solidFill>
                  </a:tcPr>
                </a:tc>
                <a:tc>
                  <a:txBody>
                    <a:bodyPr lIns="95250" tIns="76200" rIns="95250" bIns="76200" anchor="ctr"/>
                    <a:lstStyle/>
                    <a:p>
                      <a:r>
                        <a:rPr sz="1125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[Action and owner]</a:t>
                      </a:r>
                    </a:p>
                  </a:txBody>
                  <a:tcPr marL="91440" marR="91440" marT="45720" marB="45720">
                    <a:solidFill>
                      <a:srgbClr val="F0F5F5"/>
                    </a:solidFill>
                  </a:tcPr>
                </a:tc>
              </a:tr>
            </a:tbl>
          </a:graphicData>
        </a:graphic>
      </p:graphicFrame>
      <p:sp>
        <p:nvSpPr>
          <p:cNvPr id="4" name="risk-note">
            <a:extLst xmlns:a="http://schemas.openxmlformats.org/drawingml/2006/main">
              <a:ext uri="{FF2B5EF4-FFF2-40B4-BE49-F238E27FC236}">
                <a16:creationId xmlns:a16="http://schemas.microsoft.com/office/drawing/2014/main" id="{109F5CD6-E0AF-4CD3-819A-5C8FA06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29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EDITABLE TABLE · Define the scoring method before assigning priority.</a:t>
            </a:r>
          </a:p>
        </p:txBody>
      </p:sp>
    </p:spTree>
    <p:extLst>
      <p:ext uri="{BB962C8B-B14F-4D97-AF65-F5344CB8AC3E}">
        <p14:creationId xmlns:p14="http://schemas.microsoft.com/office/powerpoint/2010/main" val="1222691319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281FEB11-8EC1-45D0-86B2-5B9F3822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LEADERSHIP / PROFILE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71165F25-5C26-4587-8B85-B5262CEE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[ADD A CLEAR, DECISION-LED TITLE]</a:t>
            </a:r>
          </a:p>
        </p:txBody>
      </p:sp>
      <p:sp>
        <p:nvSpPr>
          <p:cNvPr id="3" name="profile-single-portrait">
            <a:extLst xmlns:a="http://schemas.openxmlformats.org/drawingml/2006/main">
              <a:ext uri="{FF2B5EF4-FFF2-40B4-BE49-F238E27FC236}">
                <a16:creationId xmlns:a16="http://schemas.microsoft.com/office/drawing/2014/main" id="{12F6624F-EC7A-49E1-8F6A-A519AA4C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56197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7ED"/>
          </a:solidFill>
          <a:ln xmlns:a="http://schemas.openxmlformats.org/drawingml/2006/main" w="9525">
            <a:solidFill>
              <a:srgbClr val="B9CDD3"/>
            </a:solidFill>
            <a:prstDash val="solid"/>
          </a:ln>
        </p:spPr>
      </p:sp>
      <p:sp>
        <p:nvSpPr>
          <p:cNvPr id="4" name="profile-single-portrait-label">
            <a:extLst xmlns:a="http://schemas.openxmlformats.org/drawingml/2006/main">
              <a:ext uri="{FF2B5EF4-FFF2-40B4-BE49-F238E27FC236}">
                <a16:creationId xmlns:a16="http://schemas.microsoft.com/office/drawing/2014/main" id="{F83EAF21-BDE6-4E67-A0B7-42B30F25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14775"/>
            <a:ext cx="523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REPLACE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PORTRAIT</a:t>
            </a:r>
          </a:p>
        </p:txBody>
      </p:sp>
      <p:sp>
        <p:nvSpPr>
          <p:cNvPr id="5" name="profile-single-name">
            <a:extLst xmlns:a="http://schemas.openxmlformats.org/drawingml/2006/main">
              <a:ext uri="{FF2B5EF4-FFF2-40B4-BE49-F238E27FC236}">
                <a16:creationId xmlns:a16="http://schemas.microsoft.com/office/drawing/2014/main" id="{AFF6214B-4A91-4709-AF0D-C9351B45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57400"/>
            <a:ext cx="538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92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92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[NAME SURNAME]</a:t>
            </a:r>
          </a:p>
        </p:txBody>
      </p:sp>
      <p:sp>
        <p:nvSpPr>
          <p:cNvPr id="6" name="profile-single-role">
            <a:extLst xmlns:a="http://schemas.openxmlformats.org/drawingml/2006/main">
              <a:ext uri="{FF2B5EF4-FFF2-40B4-BE49-F238E27FC236}">
                <a16:creationId xmlns:a16="http://schemas.microsoft.com/office/drawing/2014/main" id="{C9A9EBCA-D2B3-48AF-86D2-5EE2D9C1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57500"/>
            <a:ext cx="538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[TITLE / FUNCTION]</a:t>
            </a:r>
          </a:p>
        </p:txBody>
      </p:sp>
      <p:sp>
        <p:nvSpPr>
          <p:cNvPr id="7" name="content-body-0">
            <a:extLst xmlns:a="http://schemas.openxmlformats.org/drawingml/2006/main">
              <a:ext uri="{FF2B5EF4-FFF2-40B4-BE49-F238E27FC236}">
                <a16:creationId xmlns:a16="http://schemas.microsoft.com/office/drawing/2014/main" id="{76F8C2DC-07D2-46A3-8AF3-24D5371A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90900"/>
            <a:ext cx="538162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a short biography focused on relevant experience and current responsibility.]</a:t>
            </a:r>
          </a:p>
          <a:p xmlns:a="http://schemas.openxmlformats.org/drawingml/2006/main">
            <a:pPr algn="l"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two or three proof points rather than a full career history.]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first supporting point.]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second supporting point.]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[Add the third supporting point.]</a:t>
            </a:r>
          </a:p>
        </p:txBody>
      </p:sp>
    </p:spTree>
    <p:extLst>
      <p:ext uri="{BB962C8B-B14F-4D97-AF65-F5344CB8AC3E}">
        <p14:creationId xmlns:p14="http://schemas.microsoft.com/office/powerpoint/2010/main" val="2124185212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7F12B74F-9A99-4212-B4F0-931BCA88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LEADERSHIP / TWO PROFILES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D00279F7-3A5F-4A8C-9D3A-EB62AB1B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[ADD A CLEAR, DECISION-LED TITLE]</a:t>
            </a:r>
          </a:p>
        </p:txBody>
      </p:sp>
      <p:sp>
        <p:nvSpPr>
          <p:cNvPr id="3" name="team2-0-portrait">
            <a:extLst xmlns:a="http://schemas.openxmlformats.org/drawingml/2006/main">
              <a:ext uri="{FF2B5EF4-FFF2-40B4-BE49-F238E27FC236}">
                <a16:creationId xmlns:a16="http://schemas.microsoft.com/office/drawing/2014/main" id="{2D0664D6-B20D-460E-BAF6-D4D5C47C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3812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7ED"/>
          </a:solidFill>
          <a:ln xmlns:a="http://schemas.openxmlformats.org/drawingml/2006/main" w="9525">
            <a:solidFill>
              <a:srgbClr val="B9CDD3"/>
            </a:solidFill>
            <a:prstDash val="solid"/>
          </a:ln>
        </p:spPr>
      </p:sp>
      <p:sp>
        <p:nvSpPr>
          <p:cNvPr id="4" name="team2-0-portrait-label">
            <a:extLst xmlns:a="http://schemas.openxmlformats.org/drawingml/2006/main">
              <a:ext uri="{FF2B5EF4-FFF2-40B4-BE49-F238E27FC236}">
                <a16:creationId xmlns:a16="http://schemas.microsoft.com/office/drawing/2014/main" id="{5A15924E-9702-4DF1-8E85-3C44EDC9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6230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REPLACE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PORTRAIT</a:t>
            </a:r>
          </a:p>
        </p:txBody>
      </p:sp>
      <p:sp>
        <p:nvSpPr>
          <p:cNvPr id="5" name="team2-name-0">
            <a:extLst xmlns:a="http://schemas.openxmlformats.org/drawingml/2006/main">
              <a:ext uri="{FF2B5EF4-FFF2-40B4-BE49-F238E27FC236}">
                <a16:creationId xmlns:a16="http://schemas.microsoft.com/office/drawing/2014/main" id="{9BB21A19-7C87-4D1F-B879-6F4EF426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098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[NAME SURNAME]</a:t>
            </a:r>
          </a:p>
        </p:txBody>
      </p:sp>
      <p:sp>
        <p:nvSpPr>
          <p:cNvPr id="6" name="team2-role-0">
            <a:extLst xmlns:a="http://schemas.openxmlformats.org/drawingml/2006/main">
              <a:ext uri="{FF2B5EF4-FFF2-40B4-BE49-F238E27FC236}">
                <a16:creationId xmlns:a16="http://schemas.microsoft.com/office/drawing/2014/main" id="{64052428-1DC2-4352-AA7A-49627B26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95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97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[TITLE / FUNCTION]</a:t>
            </a:r>
          </a:p>
        </p:txBody>
      </p:sp>
      <p:sp>
        <p:nvSpPr>
          <p:cNvPr id="7" name="team2-bio-0">
            <a:extLst xmlns:a="http://schemas.openxmlformats.org/drawingml/2006/main">
              <a:ext uri="{FF2B5EF4-FFF2-40B4-BE49-F238E27FC236}">
                <a16:creationId xmlns:a16="http://schemas.microsoft.com/office/drawing/2014/main" id="{E713D168-B894-4514-B2DE-0D0F626E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40995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[Add a concise biography focused on relevant experience, responsibility and proof.]</a:t>
            </a:r>
          </a:p>
        </p:txBody>
      </p:sp>
      <p:sp>
        <p:nvSpPr>
          <p:cNvPr id="8" name="team2-proof-0">
            <a:extLst xmlns:a="http://schemas.openxmlformats.org/drawingml/2006/main">
              <a:ext uri="{FF2B5EF4-FFF2-40B4-BE49-F238E27FC236}">
                <a16:creationId xmlns:a16="http://schemas.microsoft.com/office/drawing/2014/main" id="{0E28E245-5732-4A25-865D-C614A83B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00650"/>
            <a:ext cx="556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 i="0">
                <a:solidFill>
                  <a:srgbClr val="074154"/>
                </a:solidFill>
                <a:latin typeface="DM Sans"/>
                <a:ea typeface="DM Sans"/>
                <a:cs typeface="DM Sans"/>
              </a:defRPr>
            </a:pPr>
            <a:r>
              <a:rPr sz="1200" b="1" i="0">
                <a:solidFill>
                  <a:srgbClr val="074154"/>
                </a:solidFill>
                <a:latin typeface="DM Sans"/>
                <a:ea typeface="DM Sans"/>
                <a:cs typeface="DM Sans"/>
              </a:rPr>
              <a:t>[Key credential or outcome]</a:t>
            </a:r>
          </a:p>
        </p:txBody>
      </p:sp>
      <p:sp>
        <p:nvSpPr>
          <p:cNvPr id="9" name="team2-1-portrait">
            <a:extLst xmlns:a="http://schemas.openxmlformats.org/drawingml/2006/main">
              <a:ext uri="{FF2B5EF4-FFF2-40B4-BE49-F238E27FC236}">
                <a16:creationId xmlns:a16="http://schemas.microsoft.com/office/drawing/2014/main" id="{DEAFC013-16C2-49AF-9BF4-29EF3B47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95500"/>
            <a:ext cx="23812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8"/>
          </a:solidFill>
          <a:ln xmlns:a="http://schemas.openxmlformats.org/drawingml/2006/main" w="9525">
            <a:solidFill>
              <a:srgbClr val="B9CDD3"/>
            </a:solidFill>
            <a:prstDash val="solid"/>
          </a:ln>
        </p:spPr>
      </p:sp>
      <p:sp>
        <p:nvSpPr>
          <p:cNvPr id="10" name="team2-1-portrait-label">
            <a:extLst xmlns:a="http://schemas.openxmlformats.org/drawingml/2006/main">
              <a:ext uri="{FF2B5EF4-FFF2-40B4-BE49-F238E27FC236}">
                <a16:creationId xmlns:a16="http://schemas.microsoft.com/office/drawing/2014/main" id="{1CC54CE2-43ED-46D9-8AD7-19F0D928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6230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REPLACE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PORTRAIT</a:t>
            </a:r>
          </a:p>
        </p:txBody>
      </p:sp>
      <p:sp>
        <p:nvSpPr>
          <p:cNvPr id="11" name="team2-name-1">
            <a:extLst xmlns:a="http://schemas.openxmlformats.org/drawingml/2006/main">
              <a:ext uri="{FF2B5EF4-FFF2-40B4-BE49-F238E27FC236}">
                <a16:creationId xmlns:a16="http://schemas.microsoft.com/office/drawing/2014/main" id="{7B2390CA-0624-4BAC-BA01-6AC5A8CE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098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[NAME SURNAME]</a:t>
            </a:r>
          </a:p>
        </p:txBody>
      </p:sp>
      <p:sp>
        <p:nvSpPr>
          <p:cNvPr id="12" name="team2-role-1">
            <a:extLst xmlns:a="http://schemas.openxmlformats.org/drawingml/2006/main">
              <a:ext uri="{FF2B5EF4-FFF2-40B4-BE49-F238E27FC236}">
                <a16:creationId xmlns:a16="http://schemas.microsoft.com/office/drawing/2014/main" id="{0B6EACF9-838D-483E-BCB1-C7208CC2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95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97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[TITLE / FUNCTION]</a:t>
            </a:r>
          </a:p>
        </p:txBody>
      </p:sp>
      <p:sp>
        <p:nvSpPr>
          <p:cNvPr id="13" name="team2-bio-1">
            <a:extLst xmlns:a="http://schemas.openxmlformats.org/drawingml/2006/main">
              <a:ext uri="{FF2B5EF4-FFF2-40B4-BE49-F238E27FC236}">
                <a16:creationId xmlns:a16="http://schemas.microsoft.com/office/drawing/2014/main" id="{95662ABC-9C72-4380-BEA0-C1B14077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0995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[Add a concise biography focused on relevant experience, responsibility and proof.]</a:t>
            </a:r>
          </a:p>
        </p:txBody>
      </p:sp>
      <p:sp>
        <p:nvSpPr>
          <p:cNvPr id="14" name="team2-proof-1">
            <a:extLst xmlns:a="http://schemas.openxmlformats.org/drawingml/2006/main">
              <a:ext uri="{FF2B5EF4-FFF2-40B4-BE49-F238E27FC236}">
                <a16:creationId xmlns:a16="http://schemas.microsoft.com/office/drawing/2014/main" id="{62790792-AD28-4C6E-9105-052CB190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200650"/>
            <a:ext cx="556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 i="0">
                <a:solidFill>
                  <a:srgbClr val="074154"/>
                </a:solidFill>
                <a:latin typeface="DM Sans"/>
                <a:ea typeface="DM Sans"/>
                <a:cs typeface="DM Sans"/>
              </a:defRPr>
            </a:pPr>
            <a:r>
              <a:rPr sz="1200" b="1" i="0">
                <a:solidFill>
                  <a:srgbClr val="074154"/>
                </a:solidFill>
                <a:latin typeface="DM Sans"/>
                <a:ea typeface="DM Sans"/>
                <a:cs typeface="DM Sans"/>
              </a:rPr>
              <a:t>[Key credential or outcome]</a:t>
            </a:r>
          </a:p>
        </p:txBody>
      </p:sp>
    </p:spTree>
    <p:extLst>
      <p:ext uri="{BB962C8B-B14F-4D97-AF65-F5344CB8AC3E}">
        <p14:creationId xmlns:p14="http://schemas.microsoft.com/office/powerpoint/2010/main" val="1524143576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A6E89B19-2952-45F3-A06B-7B1B4ABF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TEAM / THREE PROFILES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2EEE860D-C52E-420A-8824-4D9DE38D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[ADD A CLEAR, DECISION-LED TITLE]</a:t>
            </a:r>
          </a:p>
        </p:txBody>
      </p:sp>
      <p:sp>
        <p:nvSpPr>
          <p:cNvPr id="3" name="team3-0-portrait">
            <a:extLst xmlns:a="http://schemas.openxmlformats.org/drawingml/2006/main">
              <a:ext uri="{FF2B5EF4-FFF2-40B4-BE49-F238E27FC236}">
                <a16:creationId xmlns:a16="http://schemas.microsoft.com/office/drawing/2014/main" id="{58D67497-E139-4F12-94A1-638EBF36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33337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7ED"/>
          </a:solidFill>
          <a:ln xmlns:a="http://schemas.openxmlformats.org/drawingml/2006/main" w="9525">
            <a:solidFill>
              <a:srgbClr val="B9CDD3"/>
            </a:solidFill>
            <a:prstDash val="solid"/>
          </a:ln>
        </p:spPr>
      </p:sp>
      <p:sp>
        <p:nvSpPr>
          <p:cNvPr id="4" name="team3-0-portrait-label">
            <a:extLst xmlns:a="http://schemas.openxmlformats.org/drawingml/2006/main">
              <a:ext uri="{FF2B5EF4-FFF2-40B4-BE49-F238E27FC236}">
                <a16:creationId xmlns:a16="http://schemas.microsoft.com/office/drawing/2014/main" id="{88898A82-A4ED-4330-B52A-EF063BCB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REPLACE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PORTRAIT</a:t>
            </a:r>
          </a:p>
        </p:txBody>
      </p:sp>
      <p:sp>
        <p:nvSpPr>
          <p:cNvPr id="5" name="team3-name-0">
            <a:extLst xmlns:a="http://schemas.openxmlformats.org/drawingml/2006/main">
              <a:ext uri="{FF2B5EF4-FFF2-40B4-BE49-F238E27FC236}">
                <a16:creationId xmlns:a16="http://schemas.microsoft.com/office/drawing/2014/main" id="{1E53A3D9-7D38-463C-B5DC-CF9C7AF1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02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[NAME SURNAME]</a:t>
            </a:r>
          </a:p>
        </p:txBody>
      </p:sp>
      <p:sp>
        <p:nvSpPr>
          <p:cNvPr id="6" name="team3-role-0">
            <a:extLst xmlns:a="http://schemas.openxmlformats.org/drawingml/2006/main">
              <a:ext uri="{FF2B5EF4-FFF2-40B4-BE49-F238E27FC236}">
                <a16:creationId xmlns:a16="http://schemas.microsoft.com/office/drawing/2014/main" id="{C7C49FD2-7FC8-4C03-9ABE-89DABF8D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97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[TITLE / FUNCTION]</a:t>
            </a:r>
          </a:p>
        </p:txBody>
      </p:sp>
      <p:sp>
        <p:nvSpPr>
          <p:cNvPr id="7" name="team3-bio-0">
            <a:extLst xmlns:a="http://schemas.openxmlformats.org/drawingml/2006/main">
              <a:ext uri="{FF2B5EF4-FFF2-40B4-BE49-F238E27FC236}">
                <a16:creationId xmlns:a16="http://schemas.microsoft.com/office/drawing/2014/main" id="{28BB9702-47E5-4B2B-8601-CE1A59FE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200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[One-line responsibility or relevant proof.]</a:t>
            </a:r>
          </a:p>
        </p:txBody>
      </p:sp>
      <p:sp>
        <p:nvSpPr>
          <p:cNvPr id="8" name="team3-1-portrait">
            <a:extLst xmlns:a="http://schemas.openxmlformats.org/drawingml/2006/main">
              <a:ext uri="{FF2B5EF4-FFF2-40B4-BE49-F238E27FC236}">
                <a16:creationId xmlns:a16="http://schemas.microsoft.com/office/drawing/2014/main" id="{B79A4C24-735F-454F-B2C2-020770CD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095500"/>
            <a:ext cx="33337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8"/>
          </a:solidFill>
          <a:ln xmlns:a="http://schemas.openxmlformats.org/drawingml/2006/main" w="9525">
            <a:solidFill>
              <a:srgbClr val="B9CDD3"/>
            </a:solidFill>
            <a:prstDash val="solid"/>
          </a:ln>
        </p:spPr>
      </p:sp>
      <p:sp>
        <p:nvSpPr>
          <p:cNvPr id="9" name="team3-1-portrait-label">
            <a:extLst xmlns:a="http://schemas.openxmlformats.org/drawingml/2006/main">
              <a:ext uri="{FF2B5EF4-FFF2-40B4-BE49-F238E27FC236}">
                <a16:creationId xmlns:a16="http://schemas.microsoft.com/office/drawing/2014/main" id="{2AD72E2E-7DBE-4BFE-B004-5FF522F8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28950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REPLACE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PORTRAIT</a:t>
            </a:r>
          </a:p>
        </p:txBody>
      </p:sp>
      <p:sp>
        <p:nvSpPr>
          <p:cNvPr id="10" name="team3-name-1">
            <a:extLst xmlns:a="http://schemas.openxmlformats.org/drawingml/2006/main">
              <a:ext uri="{FF2B5EF4-FFF2-40B4-BE49-F238E27FC236}">
                <a16:creationId xmlns:a16="http://schemas.microsoft.com/office/drawing/2014/main" id="{0255E782-71FB-46E0-8CD3-6620377F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9530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02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[NAME SURNAME]</a:t>
            </a:r>
          </a:p>
        </p:txBody>
      </p:sp>
      <p:sp>
        <p:nvSpPr>
          <p:cNvPr id="11" name="team3-role-1">
            <a:extLst xmlns:a="http://schemas.openxmlformats.org/drawingml/2006/main">
              <a:ext uri="{FF2B5EF4-FFF2-40B4-BE49-F238E27FC236}">
                <a16:creationId xmlns:a16="http://schemas.microsoft.com/office/drawing/2014/main" id="{DB73BFD5-A2DA-47C4-8E91-CA77307B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4673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97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[TITLE / FUNCTION]</a:t>
            </a:r>
          </a:p>
        </p:txBody>
      </p:sp>
      <p:sp>
        <p:nvSpPr>
          <p:cNvPr id="12" name="team3-bio-1">
            <a:extLst xmlns:a="http://schemas.openxmlformats.org/drawingml/2006/main">
              <a:ext uri="{FF2B5EF4-FFF2-40B4-BE49-F238E27FC236}">
                <a16:creationId xmlns:a16="http://schemas.microsoft.com/office/drawing/2014/main" id="{4737764A-D092-48EB-BAF0-39C41B73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9055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200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[One-line responsibility or relevant proof.]</a:t>
            </a:r>
          </a:p>
        </p:txBody>
      </p:sp>
      <p:sp>
        <p:nvSpPr>
          <p:cNvPr id="13" name="team3-2-portrait">
            <a:extLst xmlns:a="http://schemas.openxmlformats.org/drawingml/2006/main">
              <a:ext uri="{FF2B5EF4-FFF2-40B4-BE49-F238E27FC236}">
                <a16:creationId xmlns:a16="http://schemas.microsoft.com/office/drawing/2014/main" id="{CBA74A43-EFC6-4DF4-9246-0A2E8F51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95500"/>
            <a:ext cx="33337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7ED"/>
          </a:solidFill>
          <a:ln xmlns:a="http://schemas.openxmlformats.org/drawingml/2006/main" w="9525">
            <a:solidFill>
              <a:srgbClr val="B9CDD3"/>
            </a:solidFill>
            <a:prstDash val="solid"/>
          </a:ln>
        </p:spPr>
      </p:sp>
      <p:sp>
        <p:nvSpPr>
          <p:cNvPr id="14" name="team3-2-portrait-label">
            <a:extLst xmlns:a="http://schemas.openxmlformats.org/drawingml/2006/main">
              <a:ext uri="{FF2B5EF4-FFF2-40B4-BE49-F238E27FC236}">
                <a16:creationId xmlns:a16="http://schemas.microsoft.com/office/drawing/2014/main" id="{9CC06DF2-9C93-4E7F-B394-73212FB6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28950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REPLACE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PORTRAIT</a:t>
            </a:r>
          </a:p>
        </p:txBody>
      </p:sp>
      <p:sp>
        <p:nvSpPr>
          <p:cNvPr id="15" name="team3-name-2">
            <a:extLst xmlns:a="http://schemas.openxmlformats.org/drawingml/2006/main">
              <a:ext uri="{FF2B5EF4-FFF2-40B4-BE49-F238E27FC236}">
                <a16:creationId xmlns:a16="http://schemas.microsoft.com/office/drawing/2014/main" id="{0D5C3A08-7CB7-4740-A725-664D2CA9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9530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02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[NAME SURNAME]</a:t>
            </a:r>
          </a:p>
        </p:txBody>
      </p:sp>
      <p:sp>
        <p:nvSpPr>
          <p:cNvPr id="16" name="team3-role-2">
            <a:extLst xmlns:a="http://schemas.openxmlformats.org/drawingml/2006/main">
              <a:ext uri="{FF2B5EF4-FFF2-40B4-BE49-F238E27FC236}">
                <a16:creationId xmlns:a16="http://schemas.microsoft.com/office/drawing/2014/main" id="{C640A8B2-06B3-4730-A4F3-2174AB8E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673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97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[TITLE / FUNCTION]</a:t>
            </a:r>
          </a:p>
        </p:txBody>
      </p:sp>
      <p:sp>
        <p:nvSpPr>
          <p:cNvPr id="17" name="team3-bio-2">
            <a:extLst xmlns:a="http://schemas.openxmlformats.org/drawingml/2006/main">
              <a:ext uri="{FF2B5EF4-FFF2-40B4-BE49-F238E27FC236}">
                <a16:creationId xmlns:a16="http://schemas.microsoft.com/office/drawing/2014/main" id="{0DD0B921-6796-4389-A9FC-AEA201D4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9055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200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[One-line responsibility or relevant proof.]</a:t>
            </a:r>
          </a:p>
        </p:txBody>
      </p:sp>
    </p:spTree>
    <p:extLst>
      <p:ext uri="{BB962C8B-B14F-4D97-AF65-F5344CB8AC3E}">
        <p14:creationId xmlns:p14="http://schemas.microsoft.com/office/powerpoint/2010/main" val="1893814696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C2722522-6185-441B-A7E8-47756EDA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TEAM / FOUR PROFILES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C72B15AB-02A5-41D1-83E7-6F7F2684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[ADD A CLEAR, DECISION-LED TITLE]</a:t>
            </a:r>
          </a:p>
        </p:txBody>
      </p:sp>
      <p:sp>
        <p:nvSpPr>
          <p:cNvPr id="3" name="team4-0-portrait">
            <a:extLst xmlns:a="http://schemas.openxmlformats.org/drawingml/2006/main">
              <a:ext uri="{FF2B5EF4-FFF2-40B4-BE49-F238E27FC236}">
                <a16:creationId xmlns:a16="http://schemas.microsoft.com/office/drawing/2014/main" id="{F19A8E53-6B8F-4DA6-9E8D-D13ADFCA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5146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7ED"/>
          </a:solidFill>
          <a:ln xmlns:a="http://schemas.openxmlformats.org/drawingml/2006/main" w="9525">
            <a:solidFill>
              <a:srgbClr val="B9CDD3"/>
            </a:solidFill>
            <a:prstDash val="solid"/>
          </a:ln>
        </p:spPr>
      </p:sp>
      <p:sp>
        <p:nvSpPr>
          <p:cNvPr id="4" name="team4-0-portrait-label">
            <a:extLst xmlns:a="http://schemas.openxmlformats.org/drawingml/2006/main">
              <a:ext uri="{FF2B5EF4-FFF2-40B4-BE49-F238E27FC236}">
                <a16:creationId xmlns:a16="http://schemas.microsoft.com/office/drawing/2014/main" id="{5D02DA58-2E9B-49DF-878D-5D18FA0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62275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REPLACE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PORTRAIT</a:t>
            </a:r>
          </a:p>
        </p:txBody>
      </p:sp>
      <p:sp>
        <p:nvSpPr>
          <p:cNvPr id="5" name="team4-name-0">
            <a:extLst xmlns:a="http://schemas.openxmlformats.org/drawingml/2006/main">
              <a:ext uri="{FF2B5EF4-FFF2-40B4-BE49-F238E27FC236}">
                <a16:creationId xmlns:a16="http://schemas.microsoft.com/office/drawing/2014/main" id="{6F08A5EE-CFDA-44A9-8723-91310B29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72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[NAME SURNAME]</a:t>
            </a:r>
          </a:p>
        </p:txBody>
      </p:sp>
      <p:sp>
        <p:nvSpPr>
          <p:cNvPr id="6" name="team4-role-0">
            <a:extLst xmlns:a="http://schemas.openxmlformats.org/drawingml/2006/main">
              <a:ext uri="{FF2B5EF4-FFF2-40B4-BE49-F238E27FC236}">
                <a16:creationId xmlns:a16="http://schemas.microsoft.com/office/drawing/2014/main" id="{D0515D8F-967A-4187-8719-609C63BE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900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[TITLE / FUNCTION]</a:t>
            </a:r>
          </a:p>
        </p:txBody>
      </p:sp>
      <p:sp>
        <p:nvSpPr>
          <p:cNvPr id="7" name="team4-proof-0">
            <a:extLst xmlns:a="http://schemas.openxmlformats.org/drawingml/2006/main">
              <a:ext uri="{FF2B5EF4-FFF2-40B4-BE49-F238E27FC236}">
                <a16:creationId xmlns:a16="http://schemas.microsoft.com/office/drawing/2014/main" id="{3280B988-91AE-4187-B230-E08E0435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2419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[One-line responsibility]</a:t>
            </a:r>
          </a:p>
        </p:txBody>
      </p:sp>
      <p:sp>
        <p:nvSpPr>
          <p:cNvPr id="8" name="team4-1-portrait">
            <a:extLst xmlns:a="http://schemas.openxmlformats.org/drawingml/2006/main">
              <a:ext uri="{FF2B5EF4-FFF2-40B4-BE49-F238E27FC236}">
                <a16:creationId xmlns:a16="http://schemas.microsoft.com/office/drawing/2014/main" id="{6D23A0C8-8F70-4DD4-A1A5-71BA51D6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95500"/>
            <a:ext cx="25146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8"/>
          </a:solidFill>
          <a:ln xmlns:a="http://schemas.openxmlformats.org/drawingml/2006/main" w="9525">
            <a:solidFill>
              <a:srgbClr val="B9CDD3"/>
            </a:solidFill>
            <a:prstDash val="solid"/>
          </a:ln>
        </p:spPr>
      </p:sp>
      <p:sp>
        <p:nvSpPr>
          <p:cNvPr id="9" name="team4-1-portrait-label">
            <a:extLst xmlns:a="http://schemas.openxmlformats.org/drawingml/2006/main">
              <a:ext uri="{FF2B5EF4-FFF2-40B4-BE49-F238E27FC236}">
                <a16:creationId xmlns:a16="http://schemas.microsoft.com/office/drawing/2014/main" id="{C9DDA90E-A407-43AE-BD9C-9221C625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62275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REPLACE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PORTRAIT</a:t>
            </a:r>
          </a:p>
        </p:txBody>
      </p:sp>
      <p:sp>
        <p:nvSpPr>
          <p:cNvPr id="10" name="team4-name-1">
            <a:extLst xmlns:a="http://schemas.openxmlformats.org/drawingml/2006/main">
              <a:ext uri="{FF2B5EF4-FFF2-40B4-BE49-F238E27FC236}">
                <a16:creationId xmlns:a16="http://schemas.microsoft.com/office/drawing/2014/main" id="{CCDCB949-E5EC-4A88-885E-9125080B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8006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72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[NAME SURNAME]</a:t>
            </a:r>
          </a:p>
        </p:txBody>
      </p:sp>
      <p:sp>
        <p:nvSpPr>
          <p:cNvPr id="11" name="team4-role-1">
            <a:extLst xmlns:a="http://schemas.openxmlformats.org/drawingml/2006/main">
              <a:ext uri="{FF2B5EF4-FFF2-40B4-BE49-F238E27FC236}">
                <a16:creationId xmlns:a16="http://schemas.microsoft.com/office/drawing/2014/main" id="{60F25B81-D80E-4A58-A09F-A74C4980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27685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900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[TITLE / FUNCTION]</a:t>
            </a:r>
          </a:p>
        </p:txBody>
      </p:sp>
      <p:sp>
        <p:nvSpPr>
          <p:cNvPr id="12" name="team4-proof-1">
            <a:extLst xmlns:a="http://schemas.openxmlformats.org/drawingml/2006/main">
              <a:ext uri="{FF2B5EF4-FFF2-40B4-BE49-F238E27FC236}">
                <a16:creationId xmlns:a16="http://schemas.microsoft.com/office/drawing/2014/main" id="{EC0E02CD-67D5-43D4-8012-725AC436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715000"/>
            <a:ext cx="2419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[One-line responsibility]</a:t>
            </a:r>
          </a:p>
        </p:txBody>
      </p:sp>
      <p:sp>
        <p:nvSpPr>
          <p:cNvPr id="13" name="team4-2-portrait">
            <a:extLst xmlns:a="http://schemas.openxmlformats.org/drawingml/2006/main">
              <a:ext uri="{FF2B5EF4-FFF2-40B4-BE49-F238E27FC236}">
                <a16:creationId xmlns:a16="http://schemas.microsoft.com/office/drawing/2014/main" id="{C9254E3F-7793-4E1D-9AC7-187D4B6F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95500"/>
            <a:ext cx="25146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7ED"/>
          </a:solidFill>
          <a:ln xmlns:a="http://schemas.openxmlformats.org/drawingml/2006/main" w="9525">
            <a:solidFill>
              <a:srgbClr val="B9CDD3"/>
            </a:solidFill>
            <a:prstDash val="solid"/>
          </a:ln>
        </p:spPr>
      </p:sp>
      <p:sp>
        <p:nvSpPr>
          <p:cNvPr id="14" name="team4-2-portrait-label">
            <a:extLst xmlns:a="http://schemas.openxmlformats.org/drawingml/2006/main">
              <a:ext uri="{FF2B5EF4-FFF2-40B4-BE49-F238E27FC236}">
                <a16:creationId xmlns:a16="http://schemas.microsoft.com/office/drawing/2014/main" id="{DE22C0D9-7911-4D04-AC03-1F0A620C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62275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REPLACE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PORTRAIT</a:t>
            </a:r>
          </a:p>
        </p:txBody>
      </p:sp>
      <p:sp>
        <p:nvSpPr>
          <p:cNvPr id="15" name="team4-name-2">
            <a:extLst xmlns:a="http://schemas.openxmlformats.org/drawingml/2006/main">
              <a:ext uri="{FF2B5EF4-FFF2-40B4-BE49-F238E27FC236}">
                <a16:creationId xmlns:a16="http://schemas.microsoft.com/office/drawing/2014/main" id="{003749D3-378A-4638-AADA-B70CB0E4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8006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72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[NAME SURNAME]</a:t>
            </a:r>
          </a:p>
        </p:txBody>
      </p:sp>
      <p:sp>
        <p:nvSpPr>
          <p:cNvPr id="16" name="team4-role-2">
            <a:extLst xmlns:a="http://schemas.openxmlformats.org/drawingml/2006/main">
              <a:ext uri="{FF2B5EF4-FFF2-40B4-BE49-F238E27FC236}">
                <a16:creationId xmlns:a16="http://schemas.microsoft.com/office/drawing/2014/main" id="{1A1A783B-FB62-4F18-B226-4101D8E8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27685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900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[TITLE / FUNCTION]</a:t>
            </a:r>
          </a:p>
        </p:txBody>
      </p:sp>
      <p:sp>
        <p:nvSpPr>
          <p:cNvPr id="17" name="team4-proof-2">
            <a:extLst xmlns:a="http://schemas.openxmlformats.org/drawingml/2006/main">
              <a:ext uri="{FF2B5EF4-FFF2-40B4-BE49-F238E27FC236}">
                <a16:creationId xmlns:a16="http://schemas.microsoft.com/office/drawing/2014/main" id="{425183CD-D374-431F-A0FB-FC2BA7F1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715000"/>
            <a:ext cx="2419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[One-line responsibility]</a:t>
            </a:r>
          </a:p>
        </p:txBody>
      </p:sp>
      <p:sp>
        <p:nvSpPr>
          <p:cNvPr id="18" name="team4-3-portrait">
            <a:extLst xmlns:a="http://schemas.openxmlformats.org/drawingml/2006/main">
              <a:ext uri="{FF2B5EF4-FFF2-40B4-BE49-F238E27FC236}">
                <a16:creationId xmlns:a16="http://schemas.microsoft.com/office/drawing/2014/main" id="{AFC5C6C6-E031-42C1-B577-3A11E93B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95500"/>
            <a:ext cx="25146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8"/>
          </a:solidFill>
          <a:ln xmlns:a="http://schemas.openxmlformats.org/drawingml/2006/main" w="9525">
            <a:solidFill>
              <a:srgbClr val="B9CDD3"/>
            </a:solidFill>
            <a:prstDash val="solid"/>
          </a:ln>
        </p:spPr>
      </p:sp>
      <p:sp>
        <p:nvSpPr>
          <p:cNvPr id="19" name="team4-3-portrait-label">
            <a:extLst xmlns:a="http://schemas.openxmlformats.org/drawingml/2006/main">
              <a:ext uri="{FF2B5EF4-FFF2-40B4-BE49-F238E27FC236}">
                <a16:creationId xmlns:a16="http://schemas.microsoft.com/office/drawing/2014/main" id="{A9BCF407-2234-4FB5-B7B7-5A5B78A8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962275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REPLACE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PORTRAIT</a:t>
            </a:r>
          </a:p>
        </p:txBody>
      </p:sp>
      <p:sp>
        <p:nvSpPr>
          <p:cNvPr id="20" name="team4-name-3">
            <a:extLst xmlns:a="http://schemas.openxmlformats.org/drawingml/2006/main">
              <a:ext uri="{FF2B5EF4-FFF2-40B4-BE49-F238E27FC236}">
                <a16:creationId xmlns:a16="http://schemas.microsoft.com/office/drawing/2014/main" id="{E3B9EC8A-F2DC-4E2A-B151-B4DB486F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8006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72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[NAME SURNAME]</a:t>
            </a:r>
          </a:p>
        </p:txBody>
      </p:sp>
      <p:sp>
        <p:nvSpPr>
          <p:cNvPr id="21" name="team4-role-3">
            <a:extLst xmlns:a="http://schemas.openxmlformats.org/drawingml/2006/main">
              <a:ext uri="{FF2B5EF4-FFF2-40B4-BE49-F238E27FC236}">
                <a16:creationId xmlns:a16="http://schemas.microsoft.com/office/drawing/2014/main" id="{A411A060-E15C-44C0-8706-802BD763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27685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900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[TITLE / FUNCTION]</a:t>
            </a:r>
          </a:p>
        </p:txBody>
      </p:sp>
      <p:sp>
        <p:nvSpPr>
          <p:cNvPr id="22" name="team4-proof-3">
            <a:extLst xmlns:a="http://schemas.openxmlformats.org/drawingml/2006/main">
              <a:ext uri="{FF2B5EF4-FFF2-40B4-BE49-F238E27FC236}">
                <a16:creationId xmlns:a16="http://schemas.microsoft.com/office/drawing/2014/main" id="{207BA547-5B68-419F-ABBF-3DCA1BF5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715000"/>
            <a:ext cx="2419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[One-line responsibility]</a:t>
            </a:r>
          </a:p>
        </p:txBody>
      </p:sp>
    </p:spTree>
    <p:extLst>
      <p:ext uri="{BB962C8B-B14F-4D97-AF65-F5344CB8AC3E}">
        <p14:creationId xmlns:p14="http://schemas.microsoft.com/office/powerpoint/2010/main" val="815937076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7BE6ED87-0076-488D-9A7C-87332F5E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CASE STUDY / PROOF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CE66AA1E-AB99-4632-B184-6D1BD53F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[ADD THE CASE STUDY OUTCOME]</a:t>
            </a:r>
          </a:p>
        </p:txBody>
      </p:sp>
      <p:sp>
        <p:nvSpPr>
          <p:cNvPr id="3" name="case-label">
            <a:extLst xmlns:a="http://schemas.openxmlformats.org/drawingml/2006/main">
              <a:ext uri="{FF2B5EF4-FFF2-40B4-BE49-F238E27FC236}">
                <a16:creationId xmlns:a16="http://schemas.microsoft.com/office/drawing/2014/main" id="{84ED3973-B3DE-4000-B2E4-DFA17CCA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[CLIENT / PROJECT / LOCATION]</a:t>
            </a:r>
          </a:p>
        </p:txBody>
      </p:sp>
      <p:sp>
        <p:nvSpPr>
          <p:cNvPr id="4" name="case-summary">
            <a:extLst xmlns:a="http://schemas.openxmlformats.org/drawingml/2006/main">
              <a:ext uri="{FF2B5EF4-FFF2-40B4-BE49-F238E27FC236}">
                <a16:creationId xmlns:a16="http://schemas.microsoft.com/office/drawing/2014/main" id="{4A0E8D07-A00B-47A5-99FB-E542DCCB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4953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[Add a two-sentence summary of the challenge, intervention and result.]</a:t>
            </a:r>
          </a:p>
        </p:txBody>
      </p:sp>
      <p:sp>
        <p:nvSpPr>
          <p:cNvPr id="5" name="case-details">
            <a:extLst xmlns:a="http://schemas.openxmlformats.org/drawingml/2006/main">
              <a:ext uri="{FF2B5EF4-FFF2-40B4-BE49-F238E27FC236}">
                <a16:creationId xmlns:a16="http://schemas.microsoft.com/office/drawing/2014/main" id="{823AA603-AF79-4661-A3E3-688C8802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4953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b="1">
                <a:solidFill>
                  <a:srgbClr val="0A6887"/>
                </a:solidFill>
              </a:rPr>
              <a:t>CHALLENGE</a:t>
            </a:r>
            <a:r>
              <a:t>  [Add one concise sentence.]</a:t>
            </a:r>
          </a:p>
          <a:p xmlns:a="http://schemas.openxmlformats.org/drawingml/2006/main">
            <a:pPr algn="l">
              <a:def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b="1">
                <a:solidFill>
                  <a:srgbClr val="0A6887"/>
                </a:solidFill>
              </a:rPr>
              <a:t>APPROACH</a:t>
            </a:r>
            <a:r>
              <a:t>  [Add one concise sentence.]</a:t>
            </a:r>
          </a:p>
          <a:p xmlns:a="http://schemas.openxmlformats.org/drawingml/2006/main">
            <a:pPr algn="l">
              <a:def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b="1">
                <a:solidFill>
                  <a:srgbClr val="0A6887"/>
                </a:solidFill>
              </a:rPr>
              <a:t>RESULT</a:t>
            </a:r>
            <a:r>
              <a:t>  [Add one verified outcome.]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a505c3bc724b8f"/>
          <a:srcRect xmlns:a="http://schemas.openxmlformats.org/drawingml/2006/main" l="0" t="23703" r="0" b="237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2095500"/>
            <a:ext cx="6305550" cy="4286250"/>
          </a:xfrm>
          <a:prstGeom xmlns:a="http://schemas.openxmlformats.org/drawingml/2006/main" prst="rect">
            <a:avLst/>
          </a:prstGeom>
        </p:spPr>
      </p:pic>
      <p:sp>
        <p:nvSpPr>
          <p:cNvPr id="7" name="REPLACE IMAGE-700-220">
            <a:extLst xmlns:a="http://schemas.openxmlformats.org/drawingml/2006/main">
              <a:ext uri="{FF2B5EF4-FFF2-40B4-BE49-F238E27FC236}">
                <a16:creationId xmlns:a16="http://schemas.microsoft.com/office/drawing/2014/main" id="{D1CE6D78-35C3-4D32-A2D0-765231BD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076950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PLACE IMAGE-text-700-220">
            <a:extLst xmlns:a="http://schemas.openxmlformats.org/drawingml/2006/main">
              <a:ext uri="{FF2B5EF4-FFF2-40B4-BE49-F238E27FC236}">
                <a16:creationId xmlns:a16="http://schemas.microsoft.com/office/drawing/2014/main" id="{991CEE90-01BF-4332-9363-BF25A689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6143625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REPLACE IMAGE</a:t>
            </a:r>
          </a:p>
        </p:txBody>
      </p:sp>
    </p:spTree>
    <p:extLst>
      <p:ext uri="{BB962C8B-B14F-4D97-AF65-F5344CB8AC3E}">
        <p14:creationId xmlns:p14="http://schemas.microsoft.com/office/powerpoint/2010/main" val="2070979189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E3D23851-5B40-4416-AC20-69BD27FB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PROOF / THREE IMAGES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86A603B5-7EDF-476E-A2A5-B6A56925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[ADD A CLEAR, DECISION-LED TITLE]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d8a923a51944e4"/>
          <a:srcRect xmlns:a="http://schemas.openxmlformats.org/drawingml/2006/main" l="14620" t="0" r="146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2095500"/>
            <a:ext cx="3886200" cy="3143250"/>
          </a:xfrm>
          <a:prstGeom xmlns:a="http://schemas.openxmlformats.org/drawingml/2006/main" prst="rect">
            <a:avLst/>
          </a:prstGeom>
        </p:spPr>
      </p:pic>
      <p:sp>
        <p:nvSpPr>
          <p:cNvPr id="4" name="REPLACE IMAGE-78-220">
            <a:extLst xmlns:a="http://schemas.openxmlformats.org/drawingml/2006/main">
              <a:ext uri="{FF2B5EF4-FFF2-40B4-BE49-F238E27FC236}">
                <a16:creationId xmlns:a16="http://schemas.microsoft.com/office/drawing/2014/main" id="{13640EF9-9AB2-40DF-B7D8-D73964D3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PLACE IMAGE-text-78-220">
            <a:extLst xmlns:a="http://schemas.openxmlformats.org/drawingml/2006/main">
              <a:ext uri="{FF2B5EF4-FFF2-40B4-BE49-F238E27FC236}">
                <a16:creationId xmlns:a16="http://schemas.microsoft.com/office/drawing/2014/main" id="{047D049D-8A6E-466C-8232-FECCC431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00625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REPLACE IMAGE</a:t>
            </a:r>
          </a:p>
        </p:txBody>
      </p:sp>
      <p:sp>
        <p:nvSpPr>
          <p:cNvPr id="6" name="gallery3-title-0">
            <a:extLst xmlns:a="http://schemas.openxmlformats.org/drawingml/2006/main">
              <a:ext uri="{FF2B5EF4-FFF2-40B4-BE49-F238E27FC236}">
                <a16:creationId xmlns:a16="http://schemas.microsoft.com/office/drawing/2014/main" id="{22C18EFF-29FA-4E40-8FAD-2AD67A49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05450"/>
            <a:ext cx="3886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87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[IMAGE TITLE 01]</a:t>
            </a:r>
          </a:p>
        </p:txBody>
      </p:sp>
      <p:sp>
        <p:nvSpPr>
          <p:cNvPr id="7" name="gallery3-caption-0">
            <a:extLst xmlns:a="http://schemas.openxmlformats.org/drawingml/2006/main">
              <a:ext uri="{FF2B5EF4-FFF2-40B4-BE49-F238E27FC236}">
                <a16:creationId xmlns:a16="http://schemas.microsoft.com/office/drawing/2014/main" id="{AF30730D-6F01-458C-B04C-E1F0EF42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98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200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[One sentence explaining what this image proves.]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03244a58734255"/>
          <a:srcRect xmlns:a="http://schemas.openxmlformats.org/drawingml/2006/main" l="14620" t="0" r="146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14900" y="2095500"/>
            <a:ext cx="3886200" cy="3143250"/>
          </a:xfrm>
          <a:prstGeom xmlns:a="http://schemas.openxmlformats.org/drawingml/2006/main" prst="rect">
            <a:avLst/>
          </a:prstGeom>
        </p:spPr>
      </p:pic>
      <p:sp>
        <p:nvSpPr>
          <p:cNvPr id="9" name="REPLACE IMAGE-516-220">
            <a:extLst xmlns:a="http://schemas.openxmlformats.org/drawingml/2006/main">
              <a:ext uri="{FF2B5EF4-FFF2-40B4-BE49-F238E27FC236}">
                <a16:creationId xmlns:a16="http://schemas.microsoft.com/office/drawing/2014/main" id="{655DC16F-094D-42CB-82A4-8769A1A2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933950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PLACE IMAGE-text-516-220">
            <a:extLst xmlns:a="http://schemas.openxmlformats.org/drawingml/2006/main">
              <a:ext uri="{FF2B5EF4-FFF2-40B4-BE49-F238E27FC236}">
                <a16:creationId xmlns:a16="http://schemas.microsoft.com/office/drawing/2014/main" id="{712A78D7-E81A-4315-B645-AAACC52F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00625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REPLACE IMAGE</a:t>
            </a:r>
          </a:p>
        </p:txBody>
      </p:sp>
      <p:sp>
        <p:nvSpPr>
          <p:cNvPr id="11" name="gallery3-title-1">
            <a:extLst xmlns:a="http://schemas.openxmlformats.org/drawingml/2006/main">
              <a:ext uri="{FF2B5EF4-FFF2-40B4-BE49-F238E27FC236}">
                <a16:creationId xmlns:a16="http://schemas.microsoft.com/office/drawing/2014/main" id="{7E7A4EEA-3484-42E3-A051-FE830D29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505450"/>
            <a:ext cx="3886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87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[IMAGE TITLE 02]</a:t>
            </a:r>
          </a:p>
        </p:txBody>
      </p:sp>
      <p:sp>
        <p:nvSpPr>
          <p:cNvPr id="12" name="gallery3-caption-1">
            <a:extLst xmlns:a="http://schemas.openxmlformats.org/drawingml/2006/main">
              <a:ext uri="{FF2B5EF4-FFF2-40B4-BE49-F238E27FC236}">
                <a16:creationId xmlns:a16="http://schemas.microsoft.com/office/drawing/2014/main" id="{4973DF66-F140-4F24-A667-7B17D8CC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0198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200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[One sentence explaining what this image proves.]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a1d7f60c249a8"/>
          <a:srcRect xmlns:a="http://schemas.openxmlformats.org/drawingml/2006/main" l="0" t="18710" r="0" b="187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86850" y="2095500"/>
            <a:ext cx="3886200" cy="3143250"/>
          </a:xfrm>
          <a:prstGeom xmlns:a="http://schemas.openxmlformats.org/drawingml/2006/main" prst="rect">
            <a:avLst/>
          </a:prstGeom>
        </p:spPr>
      </p:pic>
      <p:sp>
        <p:nvSpPr>
          <p:cNvPr id="14" name="REPLACE IMAGE-954-220">
            <a:extLst xmlns:a="http://schemas.openxmlformats.org/drawingml/2006/main">
              <a:ext uri="{FF2B5EF4-FFF2-40B4-BE49-F238E27FC236}">
                <a16:creationId xmlns:a16="http://schemas.microsoft.com/office/drawing/2014/main" id="{86DA162E-0A4D-45CC-966C-6D64B452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933950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PLACE IMAGE-text-954-220">
            <a:extLst xmlns:a="http://schemas.openxmlformats.org/drawingml/2006/main">
              <a:ext uri="{FF2B5EF4-FFF2-40B4-BE49-F238E27FC236}">
                <a16:creationId xmlns:a16="http://schemas.microsoft.com/office/drawing/2014/main" id="{F8403B27-4AAB-4B4C-8F45-EB385A73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000625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REPLACE IMAGE</a:t>
            </a:r>
          </a:p>
        </p:txBody>
      </p:sp>
      <p:sp>
        <p:nvSpPr>
          <p:cNvPr id="16" name="gallery3-title-2">
            <a:extLst xmlns:a="http://schemas.openxmlformats.org/drawingml/2006/main">
              <a:ext uri="{FF2B5EF4-FFF2-40B4-BE49-F238E27FC236}">
                <a16:creationId xmlns:a16="http://schemas.microsoft.com/office/drawing/2014/main" id="{0D4448C7-6573-4860-9522-FC317B21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505450"/>
            <a:ext cx="3886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87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[IMAGE TITLE 03]</a:t>
            </a:r>
          </a:p>
        </p:txBody>
      </p:sp>
      <p:sp>
        <p:nvSpPr>
          <p:cNvPr id="17" name="gallery3-caption-2">
            <a:extLst xmlns:a="http://schemas.openxmlformats.org/drawingml/2006/main">
              <a:ext uri="{FF2B5EF4-FFF2-40B4-BE49-F238E27FC236}">
                <a16:creationId xmlns:a16="http://schemas.microsoft.com/office/drawing/2014/main" id="{71B80A2B-F9D9-4075-BED9-4929013C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60198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200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[One sentence explaining what this image proves.]</a:t>
            </a:r>
          </a:p>
        </p:txBody>
      </p:sp>
    </p:spTree>
    <p:extLst>
      <p:ext uri="{BB962C8B-B14F-4D97-AF65-F5344CB8AC3E}">
        <p14:creationId xmlns:p14="http://schemas.microsoft.com/office/powerpoint/2010/main" val="1836730956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C2BE7E71-0467-4055-86DA-11E5C428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PROOF / FOUR IMAGES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C9E0DE24-A592-4446-9D79-5551BA33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[ADD A CLEAR, DECISION-LED TITLE]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3f5adc97fa4725"/>
          <a:srcRect xmlns:a="http://schemas.openxmlformats.org/drawingml/2006/main" l="0" t="7576" r="0" b="75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2095500"/>
            <a:ext cx="2514600" cy="2857500"/>
          </a:xfrm>
          <a:prstGeom xmlns:a="http://schemas.openxmlformats.org/drawingml/2006/main" prst="rect">
            <a:avLst/>
          </a:prstGeom>
        </p:spPr>
      </p:pic>
      <p:sp>
        <p:nvSpPr>
          <p:cNvPr id="4" name="REPLACE IMAGE-78-220">
            <a:extLst xmlns:a="http://schemas.openxmlformats.org/drawingml/2006/main">
              <a:ext uri="{FF2B5EF4-FFF2-40B4-BE49-F238E27FC236}">
                <a16:creationId xmlns:a16="http://schemas.microsoft.com/office/drawing/2014/main" id="{A0AB7989-E184-422E-B94E-26CBB0A4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PLACE IMAGE-text-78-220">
            <a:extLst xmlns:a="http://schemas.openxmlformats.org/drawingml/2006/main">
              <a:ext uri="{FF2B5EF4-FFF2-40B4-BE49-F238E27FC236}">
                <a16:creationId xmlns:a16="http://schemas.microsoft.com/office/drawing/2014/main" id="{BB60CB17-4943-4F30-8566-6C1D2DB7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14875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REPLACE IMAGE</a:t>
            </a:r>
          </a:p>
        </p:txBody>
      </p:sp>
      <p:sp>
        <p:nvSpPr>
          <p:cNvPr id="6" name="gallery4-title-0">
            <a:extLst xmlns:a="http://schemas.openxmlformats.org/drawingml/2006/main">
              <a:ext uri="{FF2B5EF4-FFF2-40B4-BE49-F238E27FC236}">
                <a16:creationId xmlns:a16="http://schemas.microsoft.com/office/drawing/2014/main" id="{AFACFAD5-1352-4423-808F-03B183F4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6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[IMAGE 01]</a:t>
            </a:r>
          </a:p>
        </p:txBody>
      </p:sp>
      <p:sp>
        <p:nvSpPr>
          <p:cNvPr id="7" name="gallery4-caption-0">
            <a:extLst xmlns:a="http://schemas.openxmlformats.org/drawingml/2006/main">
              <a:ext uri="{FF2B5EF4-FFF2-40B4-BE49-F238E27FC236}">
                <a16:creationId xmlns:a16="http://schemas.microsoft.com/office/drawing/2014/main" id="{1A9FF6D8-86FF-4531-883E-BD2CB613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2419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[Short proof-oriented caption.]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c2f3b94f384e62"/>
          <a:srcRect xmlns:a="http://schemas.openxmlformats.org/drawingml/2006/main" l="17079" t="0" r="170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9050" y="2095500"/>
            <a:ext cx="2514600" cy="2857500"/>
          </a:xfrm>
          <a:prstGeom xmlns:a="http://schemas.openxmlformats.org/drawingml/2006/main" prst="rect">
            <a:avLst/>
          </a:prstGeom>
        </p:spPr>
      </p:pic>
      <p:sp>
        <p:nvSpPr>
          <p:cNvPr id="9" name="REPLACE IMAGE-402-220">
            <a:extLst xmlns:a="http://schemas.openxmlformats.org/drawingml/2006/main">
              <a:ext uri="{FF2B5EF4-FFF2-40B4-BE49-F238E27FC236}">
                <a16:creationId xmlns:a16="http://schemas.microsoft.com/office/drawing/2014/main" id="{94306A51-5E37-4B4A-B886-7804F596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48200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PLACE IMAGE-text-402-220">
            <a:extLst xmlns:a="http://schemas.openxmlformats.org/drawingml/2006/main">
              <a:ext uri="{FF2B5EF4-FFF2-40B4-BE49-F238E27FC236}">
                <a16:creationId xmlns:a16="http://schemas.microsoft.com/office/drawing/2014/main" id="{042606BF-BE49-43E7-A68C-8CC3F862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REPLACE IMAGE</a:t>
            </a:r>
          </a:p>
        </p:txBody>
      </p:sp>
      <p:sp>
        <p:nvSpPr>
          <p:cNvPr id="11" name="gallery4-title-1">
            <a:extLst xmlns:a="http://schemas.openxmlformats.org/drawingml/2006/main">
              <a:ext uri="{FF2B5EF4-FFF2-40B4-BE49-F238E27FC236}">
                <a16:creationId xmlns:a16="http://schemas.microsoft.com/office/drawing/2014/main" id="{D8C2C4AE-171F-4AB8-A31E-B02DBB40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2578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6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[IMAGE 02]</a:t>
            </a:r>
          </a:p>
        </p:txBody>
      </p:sp>
      <p:sp>
        <p:nvSpPr>
          <p:cNvPr id="12" name="gallery4-caption-1">
            <a:extLst xmlns:a="http://schemas.openxmlformats.org/drawingml/2006/main">
              <a:ext uri="{FF2B5EF4-FFF2-40B4-BE49-F238E27FC236}">
                <a16:creationId xmlns:a16="http://schemas.microsoft.com/office/drawing/2014/main" id="{ADEF1CDE-AB26-452F-A494-945E6107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734050"/>
            <a:ext cx="2419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[Short proof-oriented caption.]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2bddea5014424"/>
          <a:srcRect xmlns:a="http://schemas.openxmlformats.org/drawingml/2006/main" l="6000" t="0" r="6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15150" y="2095500"/>
            <a:ext cx="2514600" cy="2857500"/>
          </a:xfrm>
          <a:prstGeom xmlns:a="http://schemas.openxmlformats.org/drawingml/2006/main" prst="rect">
            <a:avLst/>
          </a:prstGeom>
        </p:spPr>
      </p:pic>
      <p:sp>
        <p:nvSpPr>
          <p:cNvPr id="14" name="REPLACE IMAGE-726-220">
            <a:extLst xmlns:a="http://schemas.openxmlformats.org/drawingml/2006/main">
              <a:ext uri="{FF2B5EF4-FFF2-40B4-BE49-F238E27FC236}">
                <a16:creationId xmlns:a16="http://schemas.microsoft.com/office/drawing/2014/main" id="{277A5A45-386C-4609-B5CF-DE8AB988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48200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PLACE IMAGE-text-726-220">
            <a:extLst xmlns:a="http://schemas.openxmlformats.org/drawingml/2006/main">
              <a:ext uri="{FF2B5EF4-FFF2-40B4-BE49-F238E27FC236}">
                <a16:creationId xmlns:a16="http://schemas.microsoft.com/office/drawing/2014/main" id="{D3B1F607-7B4F-4221-9D12-36B83BA7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14875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REPLACE IMAGE</a:t>
            </a:r>
          </a:p>
        </p:txBody>
      </p:sp>
      <p:sp>
        <p:nvSpPr>
          <p:cNvPr id="16" name="gallery4-title-2">
            <a:extLst xmlns:a="http://schemas.openxmlformats.org/drawingml/2006/main">
              <a:ext uri="{FF2B5EF4-FFF2-40B4-BE49-F238E27FC236}">
                <a16:creationId xmlns:a16="http://schemas.microsoft.com/office/drawing/2014/main" id="{684CA414-8F61-4B31-928A-51E0867D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2578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6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[IMAGE 03]</a:t>
            </a:r>
          </a:p>
        </p:txBody>
      </p:sp>
      <p:sp>
        <p:nvSpPr>
          <p:cNvPr id="17" name="gallery4-caption-2">
            <a:extLst xmlns:a="http://schemas.openxmlformats.org/drawingml/2006/main">
              <a:ext uri="{FF2B5EF4-FFF2-40B4-BE49-F238E27FC236}">
                <a16:creationId xmlns:a16="http://schemas.microsoft.com/office/drawing/2014/main" id="{5EF9DFEB-E464-4F28-92A4-A6F5738B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734050"/>
            <a:ext cx="2419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[Short proof-oriented caption.]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1cfc2941564891"/>
          <a:srcRect xmlns:a="http://schemas.openxmlformats.org/drawingml/2006/main" l="0" t="17481" r="0" b="174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0" y="2095500"/>
            <a:ext cx="2514600" cy="2857500"/>
          </a:xfrm>
          <a:prstGeom xmlns:a="http://schemas.openxmlformats.org/drawingml/2006/main" prst="rect">
            <a:avLst/>
          </a:prstGeom>
        </p:spPr>
      </p:pic>
      <p:sp>
        <p:nvSpPr>
          <p:cNvPr id="19" name="REPLACE IMAGE-1050-220">
            <a:extLst xmlns:a="http://schemas.openxmlformats.org/drawingml/2006/main">
              <a:ext uri="{FF2B5EF4-FFF2-40B4-BE49-F238E27FC236}">
                <a16:creationId xmlns:a16="http://schemas.microsoft.com/office/drawing/2014/main" id="{CCEC72EE-3432-4836-B2CE-A7D9C395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648200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EPLACE IMAGE-text-1050-220">
            <a:extLst xmlns:a="http://schemas.openxmlformats.org/drawingml/2006/main">
              <a:ext uri="{FF2B5EF4-FFF2-40B4-BE49-F238E27FC236}">
                <a16:creationId xmlns:a16="http://schemas.microsoft.com/office/drawing/2014/main" id="{1737D5B8-A6D8-4916-B229-251FF632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714875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0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REPLACE IMAGE</a:t>
            </a:r>
          </a:p>
        </p:txBody>
      </p:sp>
      <p:sp>
        <p:nvSpPr>
          <p:cNvPr id="21" name="gallery4-title-3">
            <a:extLst xmlns:a="http://schemas.openxmlformats.org/drawingml/2006/main">
              <a:ext uri="{FF2B5EF4-FFF2-40B4-BE49-F238E27FC236}">
                <a16:creationId xmlns:a16="http://schemas.microsoft.com/office/drawing/2014/main" id="{DC2A3EEF-BF01-4E85-8B2D-40269AB8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2578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6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[IMAGE 04]</a:t>
            </a:r>
          </a:p>
        </p:txBody>
      </p:sp>
      <p:sp>
        <p:nvSpPr>
          <p:cNvPr id="22" name="gallery4-caption-3">
            <a:extLst xmlns:a="http://schemas.openxmlformats.org/drawingml/2006/main">
              <a:ext uri="{FF2B5EF4-FFF2-40B4-BE49-F238E27FC236}">
                <a16:creationId xmlns:a16="http://schemas.microsoft.com/office/drawing/2014/main" id="{28B1AA98-B97A-4113-9E8D-42A542B2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734050"/>
            <a:ext cx="2419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1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[Short proof-oriented caption.]</a:t>
            </a:r>
          </a:p>
        </p:txBody>
      </p:sp>
    </p:spTree>
    <p:extLst>
      <p:ext uri="{BB962C8B-B14F-4D97-AF65-F5344CB8AC3E}">
        <p14:creationId xmlns:p14="http://schemas.microsoft.com/office/powerpoint/2010/main" val="478051604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01E002AC-CD6A-4E52-B621-9550B385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LOCATION / SITE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329284F5-4E2D-47FD-B2C5-ED06BC60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[ADD A CLEAR, DECISION-LED TITLE]</a:t>
            </a:r>
          </a:p>
        </p:txBody>
      </p:sp>
      <p:sp>
        <p:nvSpPr>
          <p:cNvPr id="3" name="location-map-placeholder">
            <a:extLst xmlns:a="http://schemas.openxmlformats.org/drawingml/2006/main">
              <a:ext uri="{FF2B5EF4-FFF2-40B4-BE49-F238E27FC236}">
                <a16:creationId xmlns:a16="http://schemas.microsoft.com/office/drawing/2014/main" id="{4833A101-FECC-4D26-BC10-613DBD02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38350"/>
            <a:ext cx="716280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2"/>
          </a:solidFill>
          <a:ln xmlns:a="http://schemas.openxmlformats.org/drawingml/2006/main" w="9525">
            <a:solidFill>
              <a:srgbClr val="B9CDD3"/>
            </a:solidFill>
            <a:prstDash val="solid"/>
          </a:ln>
        </p:spPr>
      </p:sp>
      <p:sp>
        <p:nvSpPr>
          <p:cNvPr id="4" name="location-map-label">
            <a:extLst xmlns:a="http://schemas.openxmlformats.org/drawingml/2006/main">
              <a:ext uri="{FF2B5EF4-FFF2-40B4-BE49-F238E27FC236}">
                <a16:creationId xmlns:a16="http://schemas.microsoft.com/office/drawing/2014/main" id="{F019E995-1CFB-41C2-824C-2B3A3A0D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0"/>
            <a:ext cx="4305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350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REPLACE WITH VERIFIED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350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MAP OR SITE IMAGE</a:t>
            </a:r>
          </a:p>
        </p:txBody>
      </p:sp>
      <p:sp>
        <p:nvSpPr>
          <p:cNvPr id="5" name="location-accent">
            <a:extLst xmlns:a="http://schemas.openxmlformats.org/drawingml/2006/main">
              <a:ext uri="{FF2B5EF4-FFF2-40B4-BE49-F238E27FC236}">
                <a16:creationId xmlns:a16="http://schemas.microsoft.com/office/drawing/2014/main" id="{1A2C6D11-D97B-484D-8BDD-49E7FF02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1123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8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ntent-body-0">
            <a:extLst xmlns:a="http://schemas.openxmlformats.org/drawingml/2006/main">
              <a:ext uri="{FF2B5EF4-FFF2-40B4-BE49-F238E27FC236}">
                <a16:creationId xmlns:a16="http://schemas.microsoft.com/office/drawing/2014/main" id="{90C42B27-6A49-4778-AB15-E490E479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4762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2700" b="1">
                <a:solidFill>
                  <a:srgbClr val="074154"/>
                </a:solidFill>
              </a:rPr>
              <a:t>[LOCATION / SITE NAME]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[Geographic advantage]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[Infrastructure or capacity]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[Access or connectivity]</a:t>
            </a:r>
          </a:p>
          <a:p xmlns:a="http://schemas.openxmlformats.org/drawingml/2006/main">
            <a:pPr marL="22" indent="-12" algn="l">
              <a:spcAft>
                <a:spcPts val="10"/>
              </a:spcAft>
              <a:buChar char="•"/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t>[Strategic implication]</a:t>
            </a:r>
          </a:p>
        </p:txBody>
      </p:sp>
    </p:spTree>
    <p:extLst>
      <p:ext uri="{BB962C8B-B14F-4D97-AF65-F5344CB8AC3E}">
        <p14:creationId xmlns:p14="http://schemas.microsoft.com/office/powerpoint/2010/main" val="1043796637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D1CC02EE-879D-4E83-80B6-2088531B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76600"/>
            <a:ext cx="68580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4950" b="1" i="0">
                <a:solidFill>
                  <a:srgbClr val="FBF9F4"/>
                </a:solidFill>
                <a:latin typeface="Lora"/>
                <a:ea typeface="Lora"/>
                <a:cs typeface="Lora"/>
              </a:defRPr>
            </a:pPr>
            <a:r>
              <a:t>[ADD THE FINAL SYNTHESIS OR CALL TO ACTION]</a:t>
            </a:r>
          </a:p>
        </p:txBody>
      </p:sp>
      <p:sp>
        <p:nvSpPr>
          <p:cNvPr id="2" name="content-body-0">
            <a:extLst xmlns:a="http://schemas.openxmlformats.org/drawingml/2006/main">
              <a:ext uri="{FF2B5EF4-FFF2-40B4-BE49-F238E27FC236}">
                <a16:creationId xmlns:a16="http://schemas.microsoft.com/office/drawing/2014/main" id="{A02E6626-7E7D-456A-86BF-80582A66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5790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t>[email@searulea.com]</a:t>
            </a:r>
          </a:p>
          <a:p xmlns:a="http://schemas.openxmlformats.org/drawingml/2006/main">
            <a:pPr algn="r">
              <a:defRPr sz="1350" b="0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t>[www.searulea.com]</a:t>
            </a:r>
          </a:p>
        </p:txBody>
      </p:sp>
      <p:sp>
        <p:nvSpPr>
          <p:cNvPr id="3" name="closing-cta-note">
            <a:extLst xmlns:a="http://schemas.openxmlformats.org/drawingml/2006/main">
              <a:ext uri="{FF2B5EF4-FFF2-40B4-BE49-F238E27FC236}">
                <a16:creationId xmlns:a16="http://schemas.microsoft.com/office/drawing/2014/main" id="{9CC959CC-4F5E-48F9-9F53-65C58313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6675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1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D0E7ED"/>
                </a:solidFill>
                <a:latin typeface="DM Sans"/>
                <a:ea typeface="DM Sans"/>
                <a:cs typeface="DM Sans"/>
              </a:rPr>
              <a:t>[Optional next step, decision or meeting date]</a:t>
            </a:r>
          </a:p>
        </p:txBody>
      </p:sp>
    </p:spTree>
    <p:extLst>
      <p:ext uri="{BB962C8B-B14F-4D97-AF65-F5344CB8AC3E}">
        <p14:creationId xmlns:p14="http://schemas.microsoft.com/office/powerpoint/2010/main" val="1431885805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0fe360459f4334"/>
          <a:stretch xmlns:a="http://schemas.openxmlformats.org/drawingml/2006/main"/>
        </p:blipFill>
        <p:spPr>
          <a:xfrm xmlns:a="http://schemas.openxmlformats.org/drawingml/2006/main">
            <a:off x="742950" y="673677"/>
            <a:ext cx="2857500" cy="405245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05a85c073a4429"/>
          <a:stretch xmlns:a="http://schemas.openxmlformats.org/drawingml/2006/main"/>
        </p:blipFill>
        <p:spPr>
          <a:xfrm xmlns:a="http://schemas.openxmlformats.org/drawingml/2006/main">
            <a:off x="9941879" y="381000"/>
            <a:ext cx="2785742" cy="2857500"/>
          </a:xfrm>
          <a:prstGeom xmlns:a="http://schemas.openxmlformats.org/drawingml/2006/main" prst="rect">
            <a:avLst/>
          </a:prstGeom>
        </p:spPr>
      </p:pic>
      <p:sp>
        <p:nvSpPr>
          <p:cNvPr id="3" name="contact-eyebrow">
            <a:extLst xmlns:a="http://schemas.openxmlformats.org/drawingml/2006/main">
              <a:ext uri="{FF2B5EF4-FFF2-40B4-BE49-F238E27FC236}">
                <a16:creationId xmlns:a16="http://schemas.microsoft.com/office/drawing/2014/main" id="{39C6A8C6-4840-41B1-8428-D915F383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CONTACT / NEXT STEP</a:t>
            </a:r>
          </a:p>
        </p:txBody>
      </p:sp>
      <p:sp>
        <p:nvSpPr>
          <p:cNvPr id="4" name="contact-title">
            <a:extLst xmlns:a="http://schemas.openxmlformats.org/drawingml/2006/main">
              <a:ext uri="{FF2B5EF4-FFF2-40B4-BE49-F238E27FC236}">
                <a16:creationId xmlns:a16="http://schemas.microsoft.com/office/drawing/2014/main" id="{A3BF5536-EBB8-42A3-818D-A5C3A891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876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8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480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[ADD A SHORT CLOSING LINE]</a:t>
            </a:r>
          </a:p>
        </p:txBody>
      </p:sp>
      <p:sp>
        <p:nvSpPr>
          <p:cNvPr id="5" name="contact-row-0">
            <a:extLst xmlns:a="http://schemas.openxmlformats.org/drawingml/2006/main">
              <a:ext uri="{FF2B5EF4-FFF2-40B4-BE49-F238E27FC236}">
                <a16:creationId xmlns:a16="http://schemas.microsoft.com/office/drawing/2014/main" id="{EAB09FC5-18AE-4074-A7BA-AB2FF206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 i="0">
                <a:solidFill>
                  <a:srgbClr val="074154"/>
                </a:solidFill>
                <a:latin typeface="DM Sans"/>
                <a:ea typeface="DM Sans"/>
                <a:cs typeface="DM Sans"/>
              </a:defRPr>
            </a:pPr>
            <a:r>
              <a:rPr sz="1500" b="1" i="0">
                <a:solidFill>
                  <a:srgbClr val="074154"/>
                </a:solidFill>
                <a:latin typeface="DM Sans"/>
                <a:ea typeface="DM Sans"/>
                <a:cs typeface="DM Sans"/>
              </a:rPr>
              <a:t>[Name Surname]</a:t>
            </a:r>
          </a:p>
        </p:txBody>
      </p:sp>
      <p:sp>
        <p:nvSpPr>
          <p:cNvPr id="6" name="contact-row-1">
            <a:extLst xmlns:a="http://schemas.openxmlformats.org/drawingml/2006/main">
              <a:ext uri="{FF2B5EF4-FFF2-40B4-BE49-F238E27FC236}">
                <a16:creationId xmlns:a16="http://schemas.microsoft.com/office/drawing/2014/main" id="{406F089C-7F4D-471B-A07E-FCAB4F12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[Title / Function]</a:t>
            </a:r>
          </a:p>
        </p:txBody>
      </p:sp>
      <p:sp>
        <p:nvSpPr>
          <p:cNvPr id="7" name="contact-row-2">
            <a:extLst xmlns:a="http://schemas.openxmlformats.org/drawingml/2006/main">
              <a:ext uri="{FF2B5EF4-FFF2-40B4-BE49-F238E27FC236}">
                <a16:creationId xmlns:a16="http://schemas.microsoft.com/office/drawing/2014/main" id="{F880E2D2-6FBB-49CF-BAD4-2BD88E0E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[email@searulea.com]</a:t>
            </a:r>
          </a:p>
        </p:txBody>
      </p:sp>
      <p:sp>
        <p:nvSpPr>
          <p:cNvPr id="8" name="contact-row-3">
            <a:extLst xmlns:a="http://schemas.openxmlformats.org/drawingml/2006/main">
              <a:ext uri="{FF2B5EF4-FFF2-40B4-BE49-F238E27FC236}">
                <a16:creationId xmlns:a16="http://schemas.microsoft.com/office/drawing/2014/main" id="{C8840844-6413-415E-AC6F-B68E1354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388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[+000 000 000 000]</a:t>
            </a:r>
          </a:p>
        </p:txBody>
      </p:sp>
      <p:sp>
        <p:nvSpPr>
          <p:cNvPr id="9" name="contact-row-4">
            <a:extLst xmlns:a="http://schemas.openxmlformats.org/drawingml/2006/main">
              <a:ext uri="{FF2B5EF4-FFF2-40B4-BE49-F238E27FC236}">
                <a16:creationId xmlns:a16="http://schemas.microsoft.com/office/drawing/2014/main" id="{FEB0CA86-1F1B-49E0-910F-A0299741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008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[www.searulea.com]</a:t>
            </a:r>
          </a:p>
        </p:txBody>
      </p:sp>
      <p:sp>
        <p:nvSpPr>
          <p:cNvPr id="10" name="contact-footer-rule">
            <a:extLst xmlns:a="http://schemas.openxmlformats.org/drawingml/2006/main">
              <a:ext uri="{FF2B5EF4-FFF2-40B4-BE49-F238E27FC236}">
                <a16:creationId xmlns:a16="http://schemas.microsoft.com/office/drawing/2014/main" id="{7A505998-48B9-4CF5-B24F-1BD5C5AF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162800"/>
            <a:ext cx="1223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57648280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06030925-759A-4D54-B7FF-947AF80C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3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t>DISCUSSION / Q&amp;A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7F29E4AA-237E-4DD6-9321-2ECB9CF1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000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 i="0">
                <a:solidFill>
                  <a:srgbClr val="FBF9F4"/>
                </a:solidFill>
                <a:latin typeface="Lora"/>
                <a:ea typeface="Lora"/>
                <a:cs typeface="Lora"/>
              </a:defRPr>
            </a:pPr>
            <a:r>
              <a:t>Questions and next decisions.</a:t>
            </a:r>
          </a:p>
        </p:txBody>
      </p:sp>
      <p:sp>
        <p:nvSpPr>
          <p:cNvPr id="3" name="content-body-0">
            <a:extLst xmlns:a="http://schemas.openxmlformats.org/drawingml/2006/main">
              <a:ext uri="{FF2B5EF4-FFF2-40B4-BE49-F238E27FC236}">
                <a16:creationId xmlns:a16="http://schemas.microsoft.com/office/drawing/2014/main" id="{0093A92A-CC35-4038-BDB4-658A5530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t>[Add the decision, discussion prompt or follow-up action you want to leave visible.]</a:t>
            </a:r>
          </a:p>
        </p:txBody>
      </p:sp>
    </p:spTree>
    <p:extLst>
      <p:ext uri="{BB962C8B-B14F-4D97-AF65-F5344CB8AC3E}">
        <p14:creationId xmlns:p14="http://schemas.microsoft.com/office/powerpoint/2010/main" val="919771273"/>
      </p:ext>
    </p:extLst>
  </p:cSld>
</p:sld>
</file>

<file path=ppt/theme/theme1.xml><?xml version="1.0" encoding="utf-8"?>
<a:theme xmlns:a="http://schemas.openxmlformats.org/drawingml/2006/main" name="ChatGPT">
  <a:themeElements>
    <a:clrScheme name="SEARULEA 2026">
      <a:dk1>
        <a:srgbClr val="04293A"/>
      </a:dk1>
      <a:lt1>
        <a:srgbClr val="FFFFFF"/>
      </a:lt1>
      <a:dk2>
        <a:srgbClr val="074154"/>
      </a:dk2>
      <a:lt2>
        <a:srgbClr val="FBF9F4"/>
      </a:lt2>
      <a:accent1>
        <a:srgbClr val="074154"/>
      </a:accent1>
      <a:accent2>
        <a:srgbClr val="0A6887"/>
      </a:accent2>
      <a:accent3>
        <a:srgbClr val="0C7190"/>
      </a:accent3>
      <a:accent4>
        <a:srgbClr val="D0E7ED"/>
      </a:accent4>
      <a:accent5>
        <a:srgbClr val="EFE8D8"/>
      </a:accent5>
      <a:accent6>
        <a:srgbClr val="D98E2B"/>
      </a:accent6>
      <a:hlink>
        <a:srgbClr val="0A6887"/>
      </a:hlink>
      <a:folHlink>
        <a:srgbClr val="0C719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EARULEA 2026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2026-08-01T11:51:43.6680000Z</dcterms:created>
  <dcterms:modified xsi:type="dcterms:W3CDTF">2026-08-01T11:51:43.6680000Z</dcterms:modified>
</coreProperties>
</file>